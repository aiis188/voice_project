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is a test slide with some content for TTS testing.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