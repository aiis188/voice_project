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362204-C5A2-B58F-847B-C44CD6E29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8F865DF-0703-7232-FF72-11C2ED345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734D25-CD97-2959-13D2-3C8056F67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5E2770-4C5A-E9CD-D945-638A29C77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5C0DC5-7DDD-EEFE-BAC7-C868FE052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837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3D6092-91CF-B094-0C48-CEF5FC639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7AC90E-CDAE-35DE-02A9-7ADA09DB3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8E8B09-90F1-579B-6BFF-34AE850D4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035A6D-AC80-AD4E-D358-D76E10E50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5DDE4B-25A2-82D5-EA39-9550F3F7C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565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B7C558-B051-397B-B3FA-354EDC8B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640E92-E755-6C8B-1D1F-2BCA86011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4F9F1A-4442-DC1A-251B-BAE35FECD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4DAD04-1E2F-689C-5679-C85DE1D8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5D602B-16BC-0860-D961-F950DDFCA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88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1679F9-ACC6-5B98-0BC6-8AB8ADD30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1AF353-0A93-9BBA-66BC-5C968BC205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D194BA-3021-DECD-8A29-25222D56A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5DFB7E-4A7C-8392-6DED-6CF0A5DD2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E27967-ED88-0E70-D010-134C4EB8F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4F6219-90AE-12CB-A841-3412B927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346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35A082-4B96-5DE0-2B08-22DB04673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DC8895-DCD8-4226-AB6C-60F8DD36A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D00BEE-AB18-11EA-40D6-D73F8A502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D65B91-8118-B888-518E-CE0413C910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110B3FE-F8FC-A10B-A02A-0767B01D92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810E898-9A2B-FD44-18F0-2431AFDAC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A88E19F-59A4-0101-CF9D-113F2240E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FB13DE-CD3E-ADCA-AC82-31B6B53A7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225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DD39E-7E1C-1943-441F-F738517FB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DC5D88-0D86-BBFD-21B4-26E1C95BE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FDE8182-9802-FA95-12F9-8AC8878E0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0CA48A-4BDA-27E4-7E97-DB7714AD7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859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929B47-0CD3-F3D2-D96B-88A88DA2C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26B3AC-11AC-900B-881F-6132B5B9E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B948AA-59C2-7BD9-E690-CFBE09DEB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978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7EA0F8-AF26-BAA1-AB20-F28977A21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E46B34-6BE4-8B34-F546-C9C3C3A6A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C1C53F-28FE-6869-1FE2-170115B7E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5B1B35-63D0-E1CC-AB7C-4201FBC70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B630A6-E01F-BF74-CD8D-4F23BDB67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9B28A4-7D08-7F93-372F-2E62E1D4B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519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575A44-455A-BAF1-D125-E3766EC72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08A6E4-1332-07F6-B437-00988E79C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B82EE4-C5E9-7F1D-CBE5-488DC06B0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BE49EF-DA52-80DC-33F0-0489C1DB7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EE4DA2-13B0-9815-BCFF-EBE7B1498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BA75AC-EC6D-28D4-A0B3-464B0D08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530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271F7-F1F6-AF30-5DF8-22985E1E9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7C712A-978D-B23C-A9AC-0D293A058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F97D17-D27F-ED92-0C62-A26AF0ED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E40B27-40E7-72A2-12A0-88C23D5B6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F8D9D6-7C12-B212-CB01-E0ED9D64E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065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5551828-FCB1-6AEC-9C1C-E6A862FB0D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32C05E-723B-B5A8-3C54-10CD8C171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D799F4-C038-FF6B-C92B-DA3D6AFDF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C051CB-6A81-7E58-46A0-FC6369792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0072FD-6528-4403-632A-87D50FA6B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949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5B6A2F-58F1-C1D0-B799-00A84C39E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661DCA-AC56-A9EB-41B1-8C5B2AEC0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233873-CD70-07DE-6BB8-27C64BD008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369E8-8914-4F39-B9BF-90D4D297C010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1436C9-7426-3047-F37D-3629BD2A59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D7D879-292F-B26A-E5DB-85F3E4113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61D82-BF9E-41D3-87DC-08BA76015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978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79630-F81F-6F86-9F64-4E268F80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385" y="369093"/>
            <a:ext cx="10515600" cy="1325563"/>
          </a:xfrm>
        </p:spPr>
        <p:txBody>
          <a:bodyPr/>
          <a:lstStyle/>
          <a:p>
            <a:r>
              <a:rPr lang="zh-CN" altLang="en-US" dirty="0"/>
              <a:t>丢</a:t>
            </a:r>
            <a:r>
              <a:rPr lang="zh-CN" altLang="en-US"/>
              <a:t>咔咩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350286-5142-5D6E-2F4E-F622BE108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385" y="1825624"/>
            <a:ext cx="10515600" cy="4351338"/>
          </a:xfrm>
        </p:spPr>
        <p:txBody>
          <a:bodyPr/>
          <a:lstStyle/>
          <a:p>
            <a:r>
              <a:rPr lang="zh-CN" altLang="en-US" dirty="0"/>
              <a:t>我一二三你是我其实从前是鼠鼠</a:t>
            </a:r>
            <a:r>
              <a:rPr lang="en-US" altLang="zh-CN" dirty="0"/>
              <a:t>666</a:t>
            </a:r>
          </a:p>
          <a:p>
            <a:endParaRPr lang="zh-CN" altLang="en-US" dirty="0"/>
          </a:p>
        </p:txBody>
      </p:sp>
      <p:pic>
        <p:nvPicPr>
          <p:cNvPr id="1026" name="Picture 2" descr="出师表--诸葛亮zcl._word文档在线阅读与下载_免费文档">
            <a:extLst>
              <a:ext uri="{FF2B5EF4-FFF2-40B4-BE49-F238E27FC236}">
                <a16:creationId xmlns:a16="http://schemas.microsoft.com/office/drawing/2014/main" id="{1AF74B2C-17A0-19E6-7D3D-A9CEBD28F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347" y="2493424"/>
            <a:ext cx="451485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3619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丢咔咩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zhiX L</dc:creator>
  <cp:lastModifiedBy>zhiX L</cp:lastModifiedBy>
  <cp:revision>2</cp:revision>
  <dcterms:created xsi:type="dcterms:W3CDTF">2025-04-13T10:42:34Z</dcterms:created>
  <dcterms:modified xsi:type="dcterms:W3CDTF">2025-04-13T11:04:40Z</dcterms:modified>
</cp:coreProperties>
</file>