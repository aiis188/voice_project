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9147-8441-E5B7-35EC-8349B043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11FBA-2AEF-8237-4554-71BAE8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7F539-72C2-74D8-57D7-5CB4F6CD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79363-3C97-6DFA-5921-C8E9129D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FC31D-C173-0706-5AB3-E961ADEE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6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5F6B9-4CBE-F3C8-686B-97E0FD9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6558D-077D-1EE5-1802-E017B7CE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1966B-13AA-70AC-D7C7-6A6D96F1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BE763-065F-DC9E-29BC-CC45EB53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54404-2FC7-8977-28A1-8249B384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9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AA840-9155-791C-6FCE-652A36E5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AD693-7482-24F4-1DC9-9B156716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1EDF2-768F-3D7A-9B57-D496C06D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7252F-DE48-0107-8DDC-0726D95D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69E55-C1BA-D0B3-D37B-8A000917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7A472-740B-2C2F-C64F-56E77F3B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63090-15D2-9D40-7489-3D420BA9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68457B-BB68-AB06-8047-C978E543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32107-5236-7564-D9F9-C0A5468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90ED51-4B01-FA22-A3CC-FCCE234C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E3F09-A08E-F4EA-62B6-B6C431EE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8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B18B-A817-0D86-BF05-618D8AD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7E9D8-609C-760E-A609-E15E04E2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2392E-A0A4-C8C6-F538-5F156D370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48FE58-03A9-EBBA-FD5D-C8DF81AAF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5A91A-7A99-84D7-2BCF-C06E1A16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617A6-DCC5-9E92-DB2C-3F18FD37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40A935-29E5-1E22-056C-8B768294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C63494-1C19-5019-C97B-EA448E9D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27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7113E-C560-9744-4053-F874685A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93B026-6A82-BF4A-A79C-D670F34F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44C258-9738-253E-CB44-0F1E5ED0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B3375-CA3D-1ABF-0F35-E251769F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0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56181D-FF73-FA81-BB69-6E14614B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03B88E-1EE6-A79C-CC31-6F699900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DD671-8C3A-7CCA-1D50-9DAF17ED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2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5594D-5903-96CC-B650-4E3572DA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D0333-CC30-0209-9749-BB8064EB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F03879-40D9-FAF1-988F-B53E14C5C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96993-064C-7BAB-E926-A14FFC9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A73F7A-3A96-40D8-B314-95577631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6CFA3-FCD3-B2E2-2036-1D47284A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2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B075D-F7AA-ACAF-D9D6-4F12862E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ED19D-78D0-03E5-518C-D68AFFFEF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507FF-2EE5-86FB-8B3A-AB7E60F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1EE8D-49D4-856C-F5C1-98DB560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E35FEC-7B04-F8CC-5A73-E76B6B67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84EE32-CC81-DA15-EF00-86D3C1BD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598A2-65A5-A0B7-FCF6-4B644CB2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3197CD-A1DA-A34B-1E5F-C83367054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BC39C-B176-9DD4-2B82-894583F1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89E8A-2FFD-784C-F32C-6A7EEE43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D30BE-ABAD-2B71-87A5-97256C89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6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A58145-DA7A-2924-309F-C8F79EBC0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ACB06-6666-7867-0CA8-55EF0A2AF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F5F91-9188-864B-67D1-6C5B7406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AB1E-C647-6352-C8B1-95A0BBF1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070DF-444C-371D-1193-2CEEAE96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12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79720E-64C0-CECB-4FD3-6AF108FF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A537E-722B-68E2-6E27-024EA88E6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276B4-51FA-3858-AEAE-BBBA6B3F1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76B31-829B-5E16-8369-B96FA547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77C05-AB71-A5E5-E700-F1E3F022B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8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microsoft.com/office/2007/relationships/media" Target="../media/media2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5" Type="http://schemas.microsoft.com/office/2007/relationships/media" Target="../media/media3.wav"/><Relationship Id="rId10" Type="http://schemas.openxmlformats.org/officeDocument/2006/relationships/image" Target="../media/image4.png"/><Relationship Id="rId4" Type="http://schemas.openxmlformats.org/officeDocument/2006/relationships/audio" Target="../media/media2.wav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CA798-480B-2B63-34EA-8BCD8A3A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王维的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D787CA-CD0C-768E-DE83-ED44BA9F4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DEBA1B-ED07-F978-97B5-B95FD3D6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54" y="401442"/>
            <a:ext cx="3258201" cy="419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51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丢咔咩，干你</a:t>
            </a:r>
            <a:r>
              <a:rPr lang="en-US" altLang="zh-CN" dirty="0" err="1"/>
              <a:t>Lm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0" y="2686165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诸葛亮的《出师表》为何被称为千古奇文？_陛下_中国_意思">
            <a:extLst>
              <a:ext uri="{FF2B5EF4-FFF2-40B4-BE49-F238E27FC236}">
                <a16:creationId xmlns:a16="http://schemas.microsoft.com/office/drawing/2014/main" id="{0FA15364-52F6-529B-AF66-A7B3C264E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42117"/>
            <a:ext cx="5809890" cy="425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slide_1_chunk_1">
            <a:hlinkClick r:id="" action="ppaction://media"/>
            <a:extLst>
              <a:ext uri="{FF2B5EF4-FFF2-40B4-BE49-F238E27FC236}">
                <a16:creationId xmlns:a16="http://schemas.microsoft.com/office/drawing/2014/main" id="{7502F708-BA5B-BDE0-03BB-2EB2626A32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sp>
        <p:nvSpPr>
          <p:cNvPr id="5" name="圆柱体 4">
            <a:hlinkClick r:id="" action="ppaction://macro?name=D:\2025服务外包竞赛\voice_t\backend\uploads\voiced_courseware\course_task_1744526652_156f_audio\slide_1_chunk_1.wav"/>
            <a:extLst>
              <a:ext uri="{FF2B5EF4-FFF2-40B4-BE49-F238E27FC236}">
                <a16:creationId xmlns:a16="http://schemas.microsoft.com/office/drawing/2014/main" id="{BF89E92E-224D-D723-AC99-C7373F5309DA}"/>
              </a:ext>
            </a:extLst>
          </p:cNvPr>
          <p:cNvSpPr/>
          <p:nvPr/>
        </p:nvSpPr>
        <p:spPr>
          <a:xfrm>
            <a:off x="10820400" y="5486400"/>
            <a:ext cx="914400" cy="457200"/>
          </a:xfrm>
          <a:prstGeom prst="can">
            <a:avLst/>
          </a:prstGeom>
          <a:solidFill>
            <a:srgbClr val="D77800"/>
          </a:solidFill>
          <a:ln w="12700">
            <a:solidFill>
              <a:srgbClr val="AA5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</a:rPr>
              <a:t>播放音频 </a:t>
            </a:r>
            <a:r>
              <a:rPr lang="en-US" altLang="zh-CN" b="1">
                <a:solidFill>
                  <a:srgbClr val="FFFFFF"/>
                </a:solidFill>
              </a:rPr>
              <a:t>1</a:t>
            </a:r>
            <a:endParaRPr lang="zh-CN" altLang="en-US" b="1">
              <a:solidFill>
                <a:srgbClr val="FFFFFF"/>
              </a:solidFill>
            </a:endParaRPr>
          </a:p>
        </p:txBody>
      </p:sp>
      <p:pic>
        <p:nvPicPr>
          <p:cNvPr id="6" name="slide_2_chunk_1">
            <a:hlinkClick r:id="" action="ppaction://media"/>
            <a:extLst>
              <a:ext uri="{FF2B5EF4-FFF2-40B4-BE49-F238E27FC236}">
                <a16:creationId xmlns:a16="http://schemas.microsoft.com/office/drawing/2014/main" id="{9E09F22E-A90C-59D5-472E-962B9A0BB83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sp>
        <p:nvSpPr>
          <p:cNvPr id="7" name="圆柱体 6">
            <a:hlinkClick r:id="" action="ppaction://macro?name=D:\2025服务外包竞赛\voice_t\backend\uploads\voiced_courseware\course_task_1744526652_156f_audio\slide_2_chunk_1.wav"/>
            <a:extLst>
              <a:ext uri="{FF2B5EF4-FFF2-40B4-BE49-F238E27FC236}">
                <a16:creationId xmlns:a16="http://schemas.microsoft.com/office/drawing/2014/main" id="{4A332217-41AC-D86C-F5AA-B73A1E6A9484}"/>
              </a:ext>
            </a:extLst>
          </p:cNvPr>
          <p:cNvSpPr/>
          <p:nvPr/>
        </p:nvSpPr>
        <p:spPr>
          <a:xfrm>
            <a:off x="10820400" y="5486400"/>
            <a:ext cx="914400" cy="457200"/>
          </a:xfrm>
          <a:prstGeom prst="can">
            <a:avLst/>
          </a:prstGeom>
          <a:solidFill>
            <a:srgbClr val="D77800"/>
          </a:solidFill>
          <a:ln w="12700">
            <a:solidFill>
              <a:srgbClr val="AA5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</a:rPr>
              <a:t>播放音频 </a:t>
            </a:r>
            <a:r>
              <a:rPr lang="en-US" altLang="zh-CN" b="1">
                <a:solidFill>
                  <a:srgbClr val="FFFFFF"/>
                </a:solidFill>
              </a:rPr>
              <a:t>1</a:t>
            </a:r>
            <a:endParaRPr lang="zh-CN" altLang="en-US" b="1">
              <a:solidFill>
                <a:srgbClr val="FFFFFF"/>
              </a:solidFill>
            </a:endParaRPr>
          </a:p>
        </p:txBody>
      </p:sp>
      <p:pic>
        <p:nvPicPr>
          <p:cNvPr id="8" name="slide_2_chunk_2">
            <a:hlinkClick r:id="" action="ppaction://media"/>
            <a:extLst>
              <a:ext uri="{FF2B5EF4-FFF2-40B4-BE49-F238E27FC236}">
                <a16:creationId xmlns:a16="http://schemas.microsoft.com/office/drawing/2014/main" id="{B9BE1BF1-380E-99F4-8EF5-43C5FE9359B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sp>
        <p:nvSpPr>
          <p:cNvPr id="9" name="圆柱体 8">
            <a:hlinkClick r:id="" action="ppaction://macro?name=D:\2025服务外包竞赛\voice_t\backend\uploads\voiced_courseware\course_task_1744526652_156f_audio\slide_2_chunk_2.wav"/>
            <a:extLst>
              <a:ext uri="{FF2B5EF4-FFF2-40B4-BE49-F238E27FC236}">
                <a16:creationId xmlns:a16="http://schemas.microsoft.com/office/drawing/2014/main" id="{7604048F-FDAF-0F89-2721-A7BCEB1925D1}"/>
              </a:ext>
            </a:extLst>
          </p:cNvPr>
          <p:cNvSpPr/>
          <p:nvPr/>
        </p:nvSpPr>
        <p:spPr>
          <a:xfrm>
            <a:off x="10820400" y="5486400"/>
            <a:ext cx="914400" cy="457200"/>
          </a:xfrm>
          <a:prstGeom prst="can">
            <a:avLst/>
          </a:prstGeom>
          <a:solidFill>
            <a:srgbClr val="D77800"/>
          </a:solidFill>
          <a:ln w="12700">
            <a:solidFill>
              <a:srgbClr val="AA5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</a:rPr>
              <a:t>播放音频 </a:t>
            </a:r>
            <a:r>
              <a:rPr lang="en-US" altLang="zh-CN" b="1">
                <a:solidFill>
                  <a:srgbClr val="FFFFFF"/>
                </a:solidFill>
              </a:rPr>
              <a:t>2</a:t>
            </a:r>
            <a:endParaRPr lang="zh-CN" altLang="en-US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9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923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30</Words>
  <Application>Microsoft Office PowerPoint</Application>
  <PresentationFormat>宽屏</PresentationFormat>
  <Paragraphs>6</Paragraphs>
  <Slides>2</Slides>
  <Notes>0</Notes>
  <HiddenSlides>0</HiddenSlides>
  <MMClips>3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王维的</vt:lpstr>
      <vt:lpstr>丢咔咩，干你Lm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6</cp:revision>
  <dcterms:created xsi:type="dcterms:W3CDTF">2025-02-28T09:51:25Z</dcterms:created>
  <dcterms:modified xsi:type="dcterms:W3CDTF">2025-04-13T06:47:54Z</dcterms:modified>
</cp:coreProperties>
</file>