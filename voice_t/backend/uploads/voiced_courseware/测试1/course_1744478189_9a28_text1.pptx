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5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9147-8441-E5B7-35EC-8349B043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D11FBA-2AEF-8237-4554-71BAE8A6F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7F539-72C2-74D8-57D7-5CB4F6CD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79363-3C97-6DFA-5921-C8E9129D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FC31D-C173-0706-5AB3-E961ADEE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6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5F6B9-4CBE-F3C8-686B-97E0FD9C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6558D-077D-1EE5-1802-E017B7CE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1966B-13AA-70AC-D7C7-6A6D96F1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BE763-065F-DC9E-29BC-CC45EB53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54404-2FC7-8977-28A1-8249B384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39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AA840-9155-791C-6FCE-652A36E5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0AD693-7482-24F4-1DC9-9B156716D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1EDF2-768F-3D7A-9B57-D496C06D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7252F-DE48-0107-8DDC-0726D95D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569E55-C1BA-D0B3-D37B-8A000917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10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7A472-740B-2C2F-C64F-56E77F3B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63090-15D2-9D40-7489-3D420BA9A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68457B-BB68-AB06-8047-C978E5430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832107-5236-7564-D9F9-C0A54687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90ED51-4B01-FA22-A3CC-FCCE234C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CE3F09-A08E-F4EA-62B6-B6C431EE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08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8B18B-A817-0D86-BF05-618D8AD3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27E9D8-609C-760E-A609-E15E04E2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92392E-A0A4-C8C6-F538-5F156D370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48FE58-03A9-EBBA-FD5D-C8DF81AAF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15A91A-7A99-84D7-2BCF-C06E1A161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2617A6-DCC5-9E92-DB2C-3F18FD37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40A935-29E5-1E22-056C-8B768294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C63494-1C19-5019-C97B-EA448E9D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27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7113E-C560-9744-4053-F874685A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93B026-6A82-BF4A-A79C-D670F34F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44C258-9738-253E-CB44-0F1E5ED0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9B3375-CA3D-1ABF-0F35-E251769F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60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56181D-FF73-FA81-BB69-6E14614B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03B88E-1EE6-A79C-CC31-6F699900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9DD671-8C3A-7CCA-1D50-9DAF17ED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02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5594D-5903-96CC-B650-4E3572DA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D0333-CC30-0209-9749-BB8064EBD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F03879-40D9-FAF1-988F-B53E14C5C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196993-064C-7BAB-E926-A14FFC9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A73F7A-3A96-40D8-B314-95577631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76CFA3-FCD3-B2E2-2036-1D47284A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62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B075D-F7AA-ACAF-D9D6-4F12862E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9ED19D-78D0-03E5-518C-D68AFFFEF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4507FF-2EE5-86FB-8B3A-AB7E60F6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A1EE8D-49D4-856C-F5C1-98DB560E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E35FEC-7B04-F8CC-5A73-E76B6B67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84EE32-CC81-DA15-EF00-86D3C1BD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24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598A2-65A5-A0B7-FCF6-4B644CB2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3197CD-A1DA-A34B-1E5F-C83367054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BC39C-B176-9DD4-2B82-894583F1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89E8A-2FFD-784C-F32C-6A7EEE43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DD30BE-ABAD-2B71-87A5-97256C89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46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A58145-DA7A-2924-309F-C8F79EBC0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7ACB06-6666-7867-0CA8-55EF0A2AF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EF5F91-9188-864B-67D1-6C5B7406D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B0AB1E-C647-6352-C8B1-95A0BBF1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4070DF-444C-371D-1193-2CEEAE96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1240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79720E-64C0-CECB-4FD3-6AF108FF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5A537E-722B-68E2-6E27-024EA88E6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276B4-51FA-3858-AEAE-BBBA6B3F1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D08CC-6485-488D-86EE-41D3C719BD96}" type="datetimeFigureOut">
              <a:rPr lang="zh-CN" altLang="en-US" smtClean="0"/>
              <a:t>2025/3/3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276B31-829B-5E16-8369-B96FA547B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77C05-AB71-A5E5-E700-F1E3F022B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88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CA798-480B-2B63-34EA-8BCD8A3A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王维的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D787CA-CD0C-768E-DE83-ED44BA9F4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6DEBA1B-ED07-F978-97B5-B95FD3D60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54" y="401442"/>
            <a:ext cx="3258201" cy="419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519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79630-F81F-6F86-9F64-4E268F80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85" y="369093"/>
            <a:ext cx="10515600" cy="1325563"/>
          </a:xfrm>
        </p:spPr>
        <p:txBody>
          <a:bodyPr/>
          <a:lstStyle/>
          <a:p>
            <a:r>
              <a:rPr lang="zh-CN" altLang="en-US" dirty="0"/>
              <a:t>丢咔咩，干你</a:t>
            </a:r>
            <a:r>
              <a:rPr lang="en-US" altLang="zh-CN" dirty="0" err="1"/>
              <a:t>Lm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50286-5142-5D6E-2F4E-F622BE10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我一二三你是我其实从前是鼠鼠</a:t>
            </a:r>
            <a:r>
              <a:rPr lang="en-US" altLang="zh-CN" dirty="0"/>
              <a:t>666</a:t>
            </a:r>
          </a:p>
          <a:p>
            <a:endParaRPr lang="zh-CN" altLang="en-US" dirty="0"/>
          </a:p>
        </p:txBody>
      </p:sp>
      <p:pic>
        <p:nvPicPr>
          <p:cNvPr id="1026" name="Picture 2" descr="出师表--诸葛亮zcl._word文档在线阅读与下载_免费文档">
            <a:extLst>
              <a:ext uri="{FF2B5EF4-FFF2-40B4-BE49-F238E27FC236}">
                <a16:creationId xmlns:a16="http://schemas.microsoft.com/office/drawing/2014/main" id="{1AF74B2C-17A0-19E6-7D3D-A9CEBD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0" y="2686165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诸葛亮的《出师表》为何被称为千古奇文？_陛下_中国_意思">
            <a:extLst>
              <a:ext uri="{FF2B5EF4-FFF2-40B4-BE49-F238E27FC236}">
                <a16:creationId xmlns:a16="http://schemas.microsoft.com/office/drawing/2014/main" id="{0FA15364-52F6-529B-AF66-A7B3C264E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442117"/>
            <a:ext cx="5809890" cy="425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619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21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王维的</vt:lpstr>
      <vt:lpstr>丢咔咩，干你Lm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zhiX L</dc:creator>
  <cp:lastModifiedBy>zhiX L</cp:lastModifiedBy>
  <cp:revision>5</cp:revision>
  <dcterms:created xsi:type="dcterms:W3CDTF">2025-02-28T09:51:25Z</dcterms:created>
  <dcterms:modified xsi:type="dcterms:W3CDTF">2025-03-03T14:26:14Z</dcterms:modified>
</cp:coreProperties>
</file>