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image" Target="../media/image3.jpeg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image" Target="../media/image2.jpe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slideLayout" Target="../slideLayouts/slideLayout2.xml"/><Relationship Id="rId5" Type="http://schemas.microsoft.com/office/2007/relationships/media" Target="../media/media3.wav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丢咔咩，干你</a:t>
            </a:r>
            <a:r>
              <a:rPr lang="en-US" altLang="zh-CN" dirty="0" err="1"/>
              <a:t>Lm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slide_1_chunk_1">
            <a:hlinkClick r:id="" action="ppaction://media"/>
            <a:extLst>
              <a:ext uri="{FF2B5EF4-FFF2-40B4-BE49-F238E27FC236}">
                <a16:creationId xmlns:a16="http://schemas.microsoft.com/office/drawing/2014/main" id="{3FBE4ECD-44A5-B7BC-DE33-D6DF80A816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5" name="slide_1_chunk_2">
            <a:hlinkClick r:id="" action="ppaction://media"/>
            <a:extLst>
              <a:ext uri="{FF2B5EF4-FFF2-40B4-BE49-F238E27FC236}">
                <a16:creationId xmlns:a16="http://schemas.microsoft.com/office/drawing/2014/main" id="{740C041F-FE8F-7A5A-932B-B0DC3F300C8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6" name="slide_2_chunk_1">
            <a:hlinkClick r:id="" action="ppaction://media"/>
            <a:extLst>
              <a:ext uri="{FF2B5EF4-FFF2-40B4-BE49-F238E27FC236}">
                <a16:creationId xmlns:a16="http://schemas.microsoft.com/office/drawing/2014/main" id="{040BEA01-24B2-D9C9-A96E-CCE1CB6E8A2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7" name="slide_2_chunk_2">
            <a:hlinkClick r:id="" action="ppaction://media"/>
            <a:extLst>
              <a:ext uri="{FF2B5EF4-FFF2-40B4-BE49-F238E27FC236}">
                <a16:creationId xmlns:a16="http://schemas.microsoft.com/office/drawing/2014/main" id="{B56CA6D4-54F7-38A7-A525-744724268E16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8" name="slide_2_chunk_3">
            <a:hlinkClick r:id="" action="ppaction://media"/>
            <a:extLst>
              <a:ext uri="{FF2B5EF4-FFF2-40B4-BE49-F238E27FC236}">
                <a16:creationId xmlns:a16="http://schemas.microsoft.com/office/drawing/2014/main" id="{7BE4CD74-3025-918D-A83C-5EFACE8DDBB4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4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12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956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881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</Words>
  <Application>Microsoft Office PowerPoint</Application>
  <PresentationFormat>宽屏</PresentationFormat>
  <Paragraphs>3</Paragraphs>
  <Slides>2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丢咔咩，干你Lm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6</cp:revision>
  <dcterms:created xsi:type="dcterms:W3CDTF">2025-02-28T09:51:25Z</dcterms:created>
  <dcterms:modified xsi:type="dcterms:W3CDTF">2025-04-13T06:17:53Z</dcterms:modified>
</cp:coreProperties>
</file>