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video/unknown"/>
  <Override PartName="/ppt/media/media2.wav" ContentType="video/unknown"/>
  <Override PartName="/ppt/media/media3.wav" ContentType="video/unknown"/>
  <Override PartName="/ppt/media/media4.wav" ContentType="video/unknown"/>
  <Override PartName="/ppt/media/media5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62204-C5A2-B58F-847B-C44CD6E29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F865DF-0703-7232-FF72-11C2ED345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734D25-CD97-2959-13D2-3C8056F6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E2770-4C5A-E9CD-D945-638A29C7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5C0DC5-7DDD-EEFE-BAC7-C868FE052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8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D6092-91CF-B094-0C48-CEF5FC63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AC90E-CDAE-35DE-02A9-7ADA09DB3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8B09-90F1-579B-6BFF-34AE850D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035A6D-AC80-AD4E-D358-D76E10E5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DDE4B-25A2-82D5-EA39-9550F3F7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56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7C558-B051-397B-B3FA-354EDC8B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640E92-E755-6C8B-1D1F-2BCA86011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4F9F1A-4442-DC1A-251B-BAE35FEC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DAD04-1E2F-689C-5679-C85DE1D8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5D602B-16BC-0860-D961-F950DDFC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8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679F9-ACC6-5B98-0BC6-8AB8ADD3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AF353-0A93-9BBA-66BC-5C968BC20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D194BA-3021-DECD-8A29-25222D56A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5DFB7E-4A7C-8392-6DED-6CF0A5DD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E27967-ED88-0E70-D010-134C4EB8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4F6219-90AE-12CB-A841-3412B927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346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5A082-4B96-5DE0-2B08-22DB0467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DC8895-DCD8-4226-AB6C-60F8DD36A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D00BEE-AB18-11EA-40D6-D73F8A502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D65B91-8118-B888-518E-CE0413C91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10B3FE-F8FC-A10B-A02A-0767B01D9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10E898-9A2B-FD44-18F0-2431AFDA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88E19F-59A4-0101-CF9D-113F2240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FB13DE-CD3E-ADCA-AC82-31B6B53A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22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D39E-7E1C-1943-441F-F738517F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DC5D88-0D86-BBFD-21B4-26E1C95B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DE8182-9802-FA95-12F9-8AC8878E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0CA48A-4BDA-27E4-7E97-DB7714AD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5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929B47-0CD3-F3D2-D96B-88A88DA2C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6B3AC-11AC-900B-881F-6132B5B9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948AA-59C2-7BD9-E690-CFBE09DE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97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EA0F8-AF26-BAA1-AB20-F28977A2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46B34-6BE4-8B34-F546-C9C3C3A6A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C1C53F-28FE-6869-1FE2-170115B7E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5B1B35-63D0-E1CC-AB7C-4201FBC7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630A6-E01F-BF74-CD8D-4F23BDB6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9B28A4-7D08-7F93-372F-2E62E1D4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51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75A44-455A-BAF1-D125-E3766EC7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08A6E4-1332-07F6-B437-00988E79C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B82EE4-C5E9-7F1D-CBE5-488DC06B0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BE49EF-DA52-80DC-33F0-0489C1DB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EE4DA2-13B0-9815-BCFF-EBE7B149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A75AC-EC6D-28D4-A0B3-464B0D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53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71F7-F1F6-AF30-5DF8-22985E1E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7C712A-978D-B23C-A9AC-0D293A058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F97D17-D27F-ED92-0C62-A26AF0ED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40B27-40E7-72A2-12A0-88C23D5B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8D9D6-7C12-B212-CB01-E0ED9D64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06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551828-FCB1-6AEC-9C1C-E6A862FB0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32C05E-723B-B5A8-3C54-10CD8C171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D799F4-C038-FF6B-C92B-DA3D6AFD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C051CB-6A81-7E58-46A0-FC6369792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072FD-6528-4403-632A-87D50FA6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9498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5B6A2F-58F1-C1D0-B799-00A84C39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661DCA-AC56-A9EB-41B1-8C5B2AEC0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33873-CD70-07DE-6BB8-27C64BD00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1436C9-7426-3047-F37D-3629BD2A5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7D879-292F-B26A-E5DB-85F3E4113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7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microsoft.com/office/2007/relationships/media" Target="../media/media1.wav"/><Relationship Id="rId4" Type="http://schemas.openxmlformats.org/officeDocument/2006/relationships/video" Target="../media/media1.wav"/><Relationship Id="rId5" Type="http://schemas.openxmlformats.org/officeDocument/2006/relationships/image" Target="../media/image2.png"/><Relationship Id="rId6" Type="http://schemas.microsoft.com/office/2007/relationships/media" Target="../media/media2.wav"/><Relationship Id="rId7" Type="http://schemas.openxmlformats.org/officeDocument/2006/relationships/video" Target="../media/media2.wav"/><Relationship Id="rId8" Type="http://schemas.microsoft.com/office/2007/relationships/media" Target="../media/media3.wav"/><Relationship Id="rId9" Type="http://schemas.openxmlformats.org/officeDocument/2006/relationships/video" Target="../media/media3.wav"/><Relationship Id="rId10" Type="http://schemas.microsoft.com/office/2007/relationships/media" Target="../media/media4.wav"/><Relationship Id="rId11" Type="http://schemas.openxmlformats.org/officeDocument/2006/relationships/video" Target="../media/media4.wav"/><Relationship Id="rId12" Type="http://schemas.microsoft.com/office/2007/relationships/media" Target="../media/media5.wav"/><Relationship Id="rId13" Type="http://schemas.openxmlformats.org/officeDocument/2006/relationships/video" Target="../media/media5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</a:t>
            </a:r>
            <a:r>
              <a:rPr lang="zh-CN" altLang="en-US"/>
              <a:t>咔咩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347" y="2493424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slide_1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1028" name="slide_1_chunk_2.wav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  <p:pic>
        <p:nvPicPr>
          <p:cNvPr id="1029" name="slide_1_chunk_3.wav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17280" y="182880"/>
            <a:ext cx="1097280" cy="457200"/>
          </a:xfrm>
          <a:prstGeom prst="rect">
            <a:avLst/>
          </a:prstGeom>
        </p:spPr>
      </p:pic>
      <p:pic>
        <p:nvPicPr>
          <p:cNvPr id="1030" name="slide_1_chunk_4.wav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640080"/>
            <a:ext cx="1097280" cy="457200"/>
          </a:xfrm>
          <a:prstGeom prst="rect">
            <a:avLst/>
          </a:prstGeom>
        </p:spPr>
      </p:pic>
      <p:pic>
        <p:nvPicPr>
          <p:cNvPr id="1031" name="slide_1_chunk_5.wav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14560" y="640080"/>
            <a:ext cx="109728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2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28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029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30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03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丢咔咩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2</cp:revision>
  <dcterms:created xsi:type="dcterms:W3CDTF">2025-04-13T10:42:34Z</dcterms:created>
  <dcterms:modified xsi:type="dcterms:W3CDTF">2025-04-13T11:04:40Z</dcterms:modified>
</cp:coreProperties>
</file>