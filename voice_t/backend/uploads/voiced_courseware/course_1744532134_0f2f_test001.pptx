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media/media5.wav" ContentType="audio/wav"/>
  <Override PartName="/ppt/media/media6.wav" ContentType="audio/wav"/>
  <Override PartName="/ppt/media/media7.wav" ContentType="audio/wav"/>
  <Override PartName="/ppt/media/media8.wav" ContentType="audio/wav"/>
  <Override PartName="/ppt/media/media9.wav" ContentType="audio/wav"/>
  <Override PartName="/ppt/media/media10.wav" ContentType="audio/wav"/>
  <Override PartName="/ppt/media/media11.wav" ContentType="audio/wav"/>
  <Override PartName="/ppt/media/media12.wav" ContentType="audio/wav"/>
  <Override PartName="/ppt/media/media13.wav" ContentType="audio/wav"/>
  <Override PartName="/ppt/media/media14.wav" ContentType="audio/wav"/>
  <Override PartName="/ppt/media/media15.wav" ContentType="audio/wav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16"/>
  </p:notesMasterIdLst>
  <p:handoutMasterIdLst>
    <p:handoutMasterId r:id="rId17"/>
  </p:handoutMasterIdLst>
  <p:sldIdLst>
    <p:sldId id="323" r:id="rId3"/>
    <p:sldId id="325" r:id="rId4"/>
    <p:sldId id="332" r:id="rId5"/>
    <p:sldId id="340" r:id="rId6"/>
    <p:sldId id="341" r:id="rId7"/>
    <p:sldId id="342" r:id="rId8"/>
    <p:sldId id="343" r:id="rId9"/>
    <p:sldId id="345" r:id="rId10"/>
    <p:sldId id="346" r:id="rId11"/>
    <p:sldId id="357" r:id="rId12"/>
    <p:sldId id="359" r:id="rId13"/>
    <p:sldId id="362" r:id="rId14"/>
    <p:sldId id="363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28" userDrawn="1">
          <p15:clr>
            <a:srgbClr val="A4A3A4"/>
          </p15:clr>
        </p15:guide>
        <p15:guide id="4" orient="horz" pos="4201" userDrawn="1">
          <p15:clr>
            <a:srgbClr val="A4A3A4"/>
          </p15:clr>
        </p15:guide>
        <p15:guide id="5" pos="224" userDrawn="1">
          <p15:clr>
            <a:srgbClr val="A4A3A4"/>
          </p15:clr>
        </p15:guide>
        <p15:guide id="6" pos="74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597" autoAdjust="0"/>
  </p:normalViewPr>
  <p:slideViewPr>
    <p:cSldViewPr snapToGrid="0" showGuides="1">
      <p:cViewPr varScale="1">
        <p:scale>
          <a:sx n="158" d="100"/>
          <a:sy n="158" d="100"/>
        </p:scale>
        <p:origin x="76" y="136"/>
      </p:cViewPr>
      <p:guideLst>
        <p:guide orient="horz" pos="2160"/>
        <p:guide pos="3840"/>
        <p:guide orient="horz" pos="128"/>
        <p:guide orient="horz" pos="4201"/>
        <p:guide pos="224"/>
        <p:guide pos="7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6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6208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 第一PPT https://www.1ppt.com/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E3DEE-B3BC-46BA-A01B-DE9D18CAC20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EF00-4C46-427A-853A-2D75C24BD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56FCD62-3A2B-4C5D-A39B-EEB38C1BBAA9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397164" y="571501"/>
            <a:ext cx="11323782" cy="5721061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E3DEE-B3BC-46BA-A01B-DE9D18CAC20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EF00-4C46-427A-853A-2D75C24BD44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图文框 3"/>
          <p:cNvSpPr/>
          <p:nvPr userDrawn="1"/>
        </p:nvSpPr>
        <p:spPr>
          <a:xfrm>
            <a:off x="246184" y="399440"/>
            <a:ext cx="11699632" cy="6059121"/>
          </a:xfrm>
          <a:custGeom>
            <a:avLst/>
            <a:gdLst>
              <a:gd name="connsiteX0" fmla="*/ 0 w 10902462"/>
              <a:gd name="connsiteY0" fmla="*/ 0 h 5930167"/>
              <a:gd name="connsiteX1" fmla="*/ 10902462 w 10902462"/>
              <a:gd name="connsiteY1" fmla="*/ 0 h 5930167"/>
              <a:gd name="connsiteX2" fmla="*/ 10902462 w 10902462"/>
              <a:gd name="connsiteY2" fmla="*/ 5930167 h 5930167"/>
              <a:gd name="connsiteX3" fmla="*/ 0 w 10902462"/>
              <a:gd name="connsiteY3" fmla="*/ 5930167 h 5930167"/>
              <a:gd name="connsiteX4" fmla="*/ 0 w 10902462"/>
              <a:gd name="connsiteY4" fmla="*/ 0 h 5930167"/>
              <a:gd name="connsiteX5" fmla="*/ 413036 w 10902462"/>
              <a:gd name="connsiteY5" fmla="*/ 413036 h 5930167"/>
              <a:gd name="connsiteX6" fmla="*/ 413036 w 10902462"/>
              <a:gd name="connsiteY6" fmla="*/ 5517131 h 5930167"/>
              <a:gd name="connsiteX7" fmla="*/ 10489426 w 10902462"/>
              <a:gd name="connsiteY7" fmla="*/ 5517131 h 5930167"/>
              <a:gd name="connsiteX8" fmla="*/ 10489426 w 10902462"/>
              <a:gd name="connsiteY8" fmla="*/ 413036 h 5930167"/>
              <a:gd name="connsiteX9" fmla="*/ 413036 w 10902462"/>
              <a:gd name="connsiteY9" fmla="*/ 413036 h 5930167"/>
              <a:gd name="connsiteX0-1" fmla="*/ 0 w 10902462"/>
              <a:gd name="connsiteY0-2" fmla="*/ 0 h 5930167"/>
              <a:gd name="connsiteX1-3" fmla="*/ 10902462 w 10902462"/>
              <a:gd name="connsiteY1-4" fmla="*/ 0 h 5930167"/>
              <a:gd name="connsiteX2-5" fmla="*/ 10902462 w 10902462"/>
              <a:gd name="connsiteY2-6" fmla="*/ 5930167 h 5930167"/>
              <a:gd name="connsiteX3-7" fmla="*/ 0 w 10902462"/>
              <a:gd name="connsiteY3-8" fmla="*/ 5930167 h 5930167"/>
              <a:gd name="connsiteX4-9" fmla="*/ 0 w 10902462"/>
              <a:gd name="connsiteY4-10" fmla="*/ 0 h 5930167"/>
              <a:gd name="connsiteX5-11" fmla="*/ 448205 w 10902462"/>
              <a:gd name="connsiteY5-12" fmla="*/ 284082 h 5930167"/>
              <a:gd name="connsiteX6-13" fmla="*/ 413036 w 10902462"/>
              <a:gd name="connsiteY6-14" fmla="*/ 5517131 h 5930167"/>
              <a:gd name="connsiteX7-15" fmla="*/ 10489426 w 10902462"/>
              <a:gd name="connsiteY7-16" fmla="*/ 5517131 h 5930167"/>
              <a:gd name="connsiteX8-17" fmla="*/ 10489426 w 10902462"/>
              <a:gd name="connsiteY8-18" fmla="*/ 413036 h 5930167"/>
              <a:gd name="connsiteX9-19" fmla="*/ 448205 w 10902462"/>
              <a:gd name="connsiteY9-20" fmla="*/ 284082 h 5930167"/>
              <a:gd name="connsiteX0-21" fmla="*/ 0 w 10902462"/>
              <a:gd name="connsiteY0-22" fmla="*/ 0 h 5930167"/>
              <a:gd name="connsiteX1-23" fmla="*/ 10902462 w 10902462"/>
              <a:gd name="connsiteY1-24" fmla="*/ 0 h 5930167"/>
              <a:gd name="connsiteX2-25" fmla="*/ 10902462 w 10902462"/>
              <a:gd name="connsiteY2-26" fmla="*/ 5930167 h 5930167"/>
              <a:gd name="connsiteX3-27" fmla="*/ 0 w 10902462"/>
              <a:gd name="connsiteY3-28" fmla="*/ 5930167 h 5930167"/>
              <a:gd name="connsiteX4-29" fmla="*/ 0 w 10902462"/>
              <a:gd name="connsiteY4-30" fmla="*/ 0 h 5930167"/>
              <a:gd name="connsiteX5-31" fmla="*/ 448205 w 10902462"/>
              <a:gd name="connsiteY5-32" fmla="*/ 284082 h 5930167"/>
              <a:gd name="connsiteX6-33" fmla="*/ 413036 w 10902462"/>
              <a:gd name="connsiteY6-34" fmla="*/ 5517131 h 5930167"/>
              <a:gd name="connsiteX7-35" fmla="*/ 10489426 w 10902462"/>
              <a:gd name="connsiteY7-36" fmla="*/ 5517131 h 5930167"/>
              <a:gd name="connsiteX8-37" fmla="*/ 10489426 w 10902462"/>
              <a:gd name="connsiteY8-38" fmla="*/ 413036 h 5930167"/>
              <a:gd name="connsiteX9-39" fmla="*/ 448205 w 10902462"/>
              <a:gd name="connsiteY9-40" fmla="*/ 284082 h 5930167"/>
              <a:gd name="connsiteX0-41" fmla="*/ 0 w 10902462"/>
              <a:gd name="connsiteY0-42" fmla="*/ 0 h 5930167"/>
              <a:gd name="connsiteX1-43" fmla="*/ 10902462 w 10902462"/>
              <a:gd name="connsiteY1-44" fmla="*/ 0 h 5930167"/>
              <a:gd name="connsiteX2-45" fmla="*/ 10902462 w 10902462"/>
              <a:gd name="connsiteY2-46" fmla="*/ 5930167 h 5930167"/>
              <a:gd name="connsiteX3-47" fmla="*/ 0 w 10902462"/>
              <a:gd name="connsiteY3-48" fmla="*/ 5930167 h 5930167"/>
              <a:gd name="connsiteX4-49" fmla="*/ 0 w 10902462"/>
              <a:gd name="connsiteY4-50" fmla="*/ 0 h 5930167"/>
              <a:gd name="connsiteX5-51" fmla="*/ 448205 w 10902462"/>
              <a:gd name="connsiteY5-52" fmla="*/ 284082 h 5930167"/>
              <a:gd name="connsiteX6-53" fmla="*/ 377867 w 10902462"/>
              <a:gd name="connsiteY6-54" fmla="*/ 5481961 h 5930167"/>
              <a:gd name="connsiteX7-55" fmla="*/ 10489426 w 10902462"/>
              <a:gd name="connsiteY7-56" fmla="*/ 5517131 h 5930167"/>
              <a:gd name="connsiteX8-57" fmla="*/ 10489426 w 10902462"/>
              <a:gd name="connsiteY8-58" fmla="*/ 413036 h 5930167"/>
              <a:gd name="connsiteX9-59" fmla="*/ 448205 w 10902462"/>
              <a:gd name="connsiteY9-60" fmla="*/ 284082 h 5930167"/>
              <a:gd name="connsiteX0-61" fmla="*/ 0 w 10902462"/>
              <a:gd name="connsiteY0-62" fmla="*/ 0 h 5930167"/>
              <a:gd name="connsiteX1-63" fmla="*/ 10902462 w 10902462"/>
              <a:gd name="connsiteY1-64" fmla="*/ 0 h 5930167"/>
              <a:gd name="connsiteX2-65" fmla="*/ 10902462 w 10902462"/>
              <a:gd name="connsiteY2-66" fmla="*/ 5930167 h 5930167"/>
              <a:gd name="connsiteX3-67" fmla="*/ 0 w 10902462"/>
              <a:gd name="connsiteY3-68" fmla="*/ 5930167 h 5930167"/>
              <a:gd name="connsiteX4-69" fmla="*/ 0 w 10902462"/>
              <a:gd name="connsiteY4-70" fmla="*/ 0 h 5930167"/>
              <a:gd name="connsiteX5-71" fmla="*/ 448205 w 10902462"/>
              <a:gd name="connsiteY5-72" fmla="*/ 284082 h 5930167"/>
              <a:gd name="connsiteX6-73" fmla="*/ 377867 w 10902462"/>
              <a:gd name="connsiteY6-74" fmla="*/ 5481961 h 5930167"/>
              <a:gd name="connsiteX7-75" fmla="*/ 10489426 w 10902462"/>
              <a:gd name="connsiteY7-76" fmla="*/ 5517131 h 5930167"/>
              <a:gd name="connsiteX8-77" fmla="*/ 10489426 w 10902462"/>
              <a:gd name="connsiteY8-78" fmla="*/ 413036 h 5930167"/>
              <a:gd name="connsiteX9-79" fmla="*/ 448205 w 10902462"/>
              <a:gd name="connsiteY9-80" fmla="*/ 284082 h 5930167"/>
              <a:gd name="connsiteX0-81" fmla="*/ 0 w 10902462"/>
              <a:gd name="connsiteY0-82" fmla="*/ 0 h 5930167"/>
              <a:gd name="connsiteX1-83" fmla="*/ 10902462 w 10902462"/>
              <a:gd name="connsiteY1-84" fmla="*/ 0 h 5930167"/>
              <a:gd name="connsiteX2-85" fmla="*/ 10902462 w 10902462"/>
              <a:gd name="connsiteY2-86" fmla="*/ 5930167 h 5930167"/>
              <a:gd name="connsiteX3-87" fmla="*/ 0 w 10902462"/>
              <a:gd name="connsiteY3-88" fmla="*/ 5930167 h 5930167"/>
              <a:gd name="connsiteX4-89" fmla="*/ 0 w 10902462"/>
              <a:gd name="connsiteY4-90" fmla="*/ 0 h 5930167"/>
              <a:gd name="connsiteX5-91" fmla="*/ 448205 w 10902462"/>
              <a:gd name="connsiteY5-92" fmla="*/ 284082 h 5930167"/>
              <a:gd name="connsiteX6-93" fmla="*/ 377867 w 10902462"/>
              <a:gd name="connsiteY6-94" fmla="*/ 5481961 h 5930167"/>
              <a:gd name="connsiteX7-95" fmla="*/ 10489426 w 10902462"/>
              <a:gd name="connsiteY7-96" fmla="*/ 5517131 h 5930167"/>
              <a:gd name="connsiteX8-97" fmla="*/ 10489426 w 10902462"/>
              <a:gd name="connsiteY8-98" fmla="*/ 413036 h 5930167"/>
              <a:gd name="connsiteX9-99" fmla="*/ 448205 w 10902462"/>
              <a:gd name="connsiteY9-100" fmla="*/ 284082 h 5930167"/>
              <a:gd name="connsiteX0-101" fmla="*/ 0 w 10902462"/>
              <a:gd name="connsiteY0-102" fmla="*/ 0 h 5930167"/>
              <a:gd name="connsiteX1-103" fmla="*/ 10902462 w 10902462"/>
              <a:gd name="connsiteY1-104" fmla="*/ 0 h 5930167"/>
              <a:gd name="connsiteX2-105" fmla="*/ 10902462 w 10902462"/>
              <a:gd name="connsiteY2-106" fmla="*/ 5930167 h 5930167"/>
              <a:gd name="connsiteX3-107" fmla="*/ 0 w 10902462"/>
              <a:gd name="connsiteY3-108" fmla="*/ 5930167 h 5930167"/>
              <a:gd name="connsiteX4-109" fmla="*/ 0 w 10902462"/>
              <a:gd name="connsiteY4-110" fmla="*/ 0 h 5930167"/>
              <a:gd name="connsiteX5-111" fmla="*/ 448205 w 10902462"/>
              <a:gd name="connsiteY5-112" fmla="*/ 284082 h 5930167"/>
              <a:gd name="connsiteX6-113" fmla="*/ 377867 w 10902462"/>
              <a:gd name="connsiteY6-114" fmla="*/ 5481961 h 5930167"/>
              <a:gd name="connsiteX7-115" fmla="*/ 10489426 w 10902462"/>
              <a:gd name="connsiteY7-116" fmla="*/ 5517131 h 5930167"/>
              <a:gd name="connsiteX8-117" fmla="*/ 10489426 w 10902462"/>
              <a:gd name="connsiteY8-118" fmla="*/ 413036 h 5930167"/>
              <a:gd name="connsiteX9-119" fmla="*/ 448205 w 10902462"/>
              <a:gd name="connsiteY9-120" fmla="*/ 284082 h 5930167"/>
              <a:gd name="connsiteX0-121" fmla="*/ 0 w 10902462"/>
              <a:gd name="connsiteY0-122" fmla="*/ 0 h 5930167"/>
              <a:gd name="connsiteX1-123" fmla="*/ 10902462 w 10902462"/>
              <a:gd name="connsiteY1-124" fmla="*/ 0 h 5930167"/>
              <a:gd name="connsiteX2-125" fmla="*/ 10902462 w 10902462"/>
              <a:gd name="connsiteY2-126" fmla="*/ 5930167 h 5930167"/>
              <a:gd name="connsiteX3-127" fmla="*/ 0 w 10902462"/>
              <a:gd name="connsiteY3-128" fmla="*/ 5836382 h 5930167"/>
              <a:gd name="connsiteX4-129" fmla="*/ 0 w 10902462"/>
              <a:gd name="connsiteY4-130" fmla="*/ 0 h 5930167"/>
              <a:gd name="connsiteX5-131" fmla="*/ 448205 w 10902462"/>
              <a:gd name="connsiteY5-132" fmla="*/ 284082 h 5930167"/>
              <a:gd name="connsiteX6-133" fmla="*/ 377867 w 10902462"/>
              <a:gd name="connsiteY6-134" fmla="*/ 5481961 h 5930167"/>
              <a:gd name="connsiteX7-135" fmla="*/ 10489426 w 10902462"/>
              <a:gd name="connsiteY7-136" fmla="*/ 5517131 h 5930167"/>
              <a:gd name="connsiteX8-137" fmla="*/ 10489426 w 10902462"/>
              <a:gd name="connsiteY8-138" fmla="*/ 413036 h 5930167"/>
              <a:gd name="connsiteX9-139" fmla="*/ 448205 w 10902462"/>
              <a:gd name="connsiteY9-140" fmla="*/ 284082 h 5930167"/>
              <a:gd name="connsiteX0-141" fmla="*/ 0 w 10902462"/>
              <a:gd name="connsiteY0-142" fmla="*/ 0 h 5930167"/>
              <a:gd name="connsiteX1-143" fmla="*/ 10902462 w 10902462"/>
              <a:gd name="connsiteY1-144" fmla="*/ 0 h 5930167"/>
              <a:gd name="connsiteX2-145" fmla="*/ 10902462 w 10902462"/>
              <a:gd name="connsiteY2-146" fmla="*/ 5930167 h 5930167"/>
              <a:gd name="connsiteX3-147" fmla="*/ 0 w 10902462"/>
              <a:gd name="connsiteY3-148" fmla="*/ 5836382 h 5930167"/>
              <a:gd name="connsiteX4-149" fmla="*/ 0 w 10902462"/>
              <a:gd name="connsiteY4-150" fmla="*/ 0 h 5930167"/>
              <a:gd name="connsiteX5-151" fmla="*/ 448205 w 10902462"/>
              <a:gd name="connsiteY5-152" fmla="*/ 284082 h 5930167"/>
              <a:gd name="connsiteX6-153" fmla="*/ 377867 w 10902462"/>
              <a:gd name="connsiteY6-154" fmla="*/ 5481961 h 5930167"/>
              <a:gd name="connsiteX7-155" fmla="*/ 10489426 w 10902462"/>
              <a:gd name="connsiteY7-156" fmla="*/ 5517131 h 5930167"/>
              <a:gd name="connsiteX8-157" fmla="*/ 10489426 w 10902462"/>
              <a:gd name="connsiteY8-158" fmla="*/ 413036 h 5930167"/>
              <a:gd name="connsiteX9-159" fmla="*/ 448205 w 10902462"/>
              <a:gd name="connsiteY9-160" fmla="*/ 284082 h 5930167"/>
              <a:gd name="connsiteX0-161" fmla="*/ 0 w 10902462"/>
              <a:gd name="connsiteY0-162" fmla="*/ 0 h 5930167"/>
              <a:gd name="connsiteX1-163" fmla="*/ 10902462 w 10902462"/>
              <a:gd name="connsiteY1-164" fmla="*/ 0 h 5930167"/>
              <a:gd name="connsiteX2-165" fmla="*/ 10902462 w 10902462"/>
              <a:gd name="connsiteY2-166" fmla="*/ 5930167 h 5930167"/>
              <a:gd name="connsiteX3-167" fmla="*/ 0 w 10902462"/>
              <a:gd name="connsiteY3-168" fmla="*/ 5836382 h 5930167"/>
              <a:gd name="connsiteX4-169" fmla="*/ 0 w 10902462"/>
              <a:gd name="connsiteY4-170" fmla="*/ 0 h 5930167"/>
              <a:gd name="connsiteX5-171" fmla="*/ 448205 w 10902462"/>
              <a:gd name="connsiteY5-172" fmla="*/ 284082 h 5930167"/>
              <a:gd name="connsiteX6-173" fmla="*/ 377867 w 10902462"/>
              <a:gd name="connsiteY6-174" fmla="*/ 5481961 h 5930167"/>
              <a:gd name="connsiteX7-175" fmla="*/ 10489426 w 10902462"/>
              <a:gd name="connsiteY7-176" fmla="*/ 5517131 h 5930167"/>
              <a:gd name="connsiteX8-177" fmla="*/ 10489426 w 10902462"/>
              <a:gd name="connsiteY8-178" fmla="*/ 413036 h 5930167"/>
              <a:gd name="connsiteX9-179" fmla="*/ 448205 w 10902462"/>
              <a:gd name="connsiteY9-180" fmla="*/ 284082 h 5930167"/>
              <a:gd name="connsiteX0-181" fmla="*/ 0 w 10902462"/>
              <a:gd name="connsiteY0-182" fmla="*/ 0 h 5930167"/>
              <a:gd name="connsiteX1-183" fmla="*/ 10902462 w 10902462"/>
              <a:gd name="connsiteY1-184" fmla="*/ 0 h 5930167"/>
              <a:gd name="connsiteX2-185" fmla="*/ 10902462 w 10902462"/>
              <a:gd name="connsiteY2-186" fmla="*/ 5930167 h 5930167"/>
              <a:gd name="connsiteX3-187" fmla="*/ 0 w 10902462"/>
              <a:gd name="connsiteY3-188" fmla="*/ 5836382 h 5930167"/>
              <a:gd name="connsiteX4-189" fmla="*/ 0 w 10902462"/>
              <a:gd name="connsiteY4-190" fmla="*/ 0 h 5930167"/>
              <a:gd name="connsiteX5-191" fmla="*/ 448205 w 10902462"/>
              <a:gd name="connsiteY5-192" fmla="*/ 284082 h 5930167"/>
              <a:gd name="connsiteX6-193" fmla="*/ 377867 w 10902462"/>
              <a:gd name="connsiteY6-194" fmla="*/ 5481961 h 5930167"/>
              <a:gd name="connsiteX7-195" fmla="*/ 10489426 w 10902462"/>
              <a:gd name="connsiteY7-196" fmla="*/ 5517131 h 5930167"/>
              <a:gd name="connsiteX8-197" fmla="*/ 10536318 w 10902462"/>
              <a:gd name="connsiteY8-198" fmla="*/ 307529 h 5930167"/>
              <a:gd name="connsiteX9-199" fmla="*/ 448205 w 10902462"/>
              <a:gd name="connsiteY9-200" fmla="*/ 284082 h 5930167"/>
              <a:gd name="connsiteX0-201" fmla="*/ 0 w 10902462"/>
              <a:gd name="connsiteY0-202" fmla="*/ 0 h 5930167"/>
              <a:gd name="connsiteX1-203" fmla="*/ 10902462 w 10902462"/>
              <a:gd name="connsiteY1-204" fmla="*/ 0 h 5930167"/>
              <a:gd name="connsiteX2-205" fmla="*/ 10902462 w 10902462"/>
              <a:gd name="connsiteY2-206" fmla="*/ 5930167 h 5930167"/>
              <a:gd name="connsiteX3-207" fmla="*/ 0 w 10902462"/>
              <a:gd name="connsiteY3-208" fmla="*/ 5836382 h 5930167"/>
              <a:gd name="connsiteX4-209" fmla="*/ 0 w 10902462"/>
              <a:gd name="connsiteY4-210" fmla="*/ 0 h 5930167"/>
              <a:gd name="connsiteX5-211" fmla="*/ 448205 w 10902462"/>
              <a:gd name="connsiteY5-212" fmla="*/ 284082 h 5930167"/>
              <a:gd name="connsiteX6-213" fmla="*/ 377867 w 10902462"/>
              <a:gd name="connsiteY6-214" fmla="*/ 5481961 h 5930167"/>
              <a:gd name="connsiteX7-215" fmla="*/ 10489426 w 10902462"/>
              <a:gd name="connsiteY7-216" fmla="*/ 5517131 h 5930167"/>
              <a:gd name="connsiteX8-217" fmla="*/ 10548041 w 10902462"/>
              <a:gd name="connsiteY8-218" fmla="*/ 248914 h 5930167"/>
              <a:gd name="connsiteX9-219" fmla="*/ 448205 w 10902462"/>
              <a:gd name="connsiteY9-220" fmla="*/ 284082 h 5930167"/>
              <a:gd name="connsiteX0-221" fmla="*/ 0 w 10902462"/>
              <a:gd name="connsiteY0-222" fmla="*/ 0 h 5930167"/>
              <a:gd name="connsiteX1-223" fmla="*/ 10902462 w 10902462"/>
              <a:gd name="connsiteY1-224" fmla="*/ 0 h 5930167"/>
              <a:gd name="connsiteX2-225" fmla="*/ 10902462 w 10902462"/>
              <a:gd name="connsiteY2-226" fmla="*/ 5930167 h 5930167"/>
              <a:gd name="connsiteX3-227" fmla="*/ 0 w 10902462"/>
              <a:gd name="connsiteY3-228" fmla="*/ 5836382 h 5930167"/>
              <a:gd name="connsiteX4-229" fmla="*/ 0 w 10902462"/>
              <a:gd name="connsiteY4-230" fmla="*/ 0 h 5930167"/>
              <a:gd name="connsiteX5-231" fmla="*/ 448205 w 10902462"/>
              <a:gd name="connsiteY5-232" fmla="*/ 284082 h 5930167"/>
              <a:gd name="connsiteX6-233" fmla="*/ 377867 w 10902462"/>
              <a:gd name="connsiteY6-234" fmla="*/ 5481961 h 5930167"/>
              <a:gd name="connsiteX7-235" fmla="*/ 10489426 w 10902462"/>
              <a:gd name="connsiteY7-236" fmla="*/ 5517131 h 5930167"/>
              <a:gd name="connsiteX8-237" fmla="*/ 10548041 w 10902462"/>
              <a:gd name="connsiteY8-238" fmla="*/ 248914 h 5930167"/>
              <a:gd name="connsiteX9-239" fmla="*/ 448205 w 10902462"/>
              <a:gd name="connsiteY9-240" fmla="*/ 284082 h 5930167"/>
              <a:gd name="connsiteX0-241" fmla="*/ 0 w 10902462"/>
              <a:gd name="connsiteY0-242" fmla="*/ 0 h 5930167"/>
              <a:gd name="connsiteX1-243" fmla="*/ 10902462 w 10902462"/>
              <a:gd name="connsiteY1-244" fmla="*/ 0 h 5930167"/>
              <a:gd name="connsiteX2-245" fmla="*/ 10902462 w 10902462"/>
              <a:gd name="connsiteY2-246" fmla="*/ 5930167 h 5930167"/>
              <a:gd name="connsiteX3-247" fmla="*/ 0 w 10902462"/>
              <a:gd name="connsiteY3-248" fmla="*/ 5836382 h 5930167"/>
              <a:gd name="connsiteX4-249" fmla="*/ 0 w 10902462"/>
              <a:gd name="connsiteY4-250" fmla="*/ 0 h 5930167"/>
              <a:gd name="connsiteX5-251" fmla="*/ 448205 w 10902462"/>
              <a:gd name="connsiteY5-252" fmla="*/ 284082 h 5930167"/>
              <a:gd name="connsiteX6-253" fmla="*/ 377867 w 10902462"/>
              <a:gd name="connsiteY6-254" fmla="*/ 5481961 h 5930167"/>
              <a:gd name="connsiteX7-255" fmla="*/ 10489426 w 10902462"/>
              <a:gd name="connsiteY7-256" fmla="*/ 5517131 h 5930167"/>
              <a:gd name="connsiteX8-257" fmla="*/ 10548041 w 10902462"/>
              <a:gd name="connsiteY8-258" fmla="*/ 248914 h 5930167"/>
              <a:gd name="connsiteX9-259" fmla="*/ 448205 w 10902462"/>
              <a:gd name="connsiteY9-260" fmla="*/ 284082 h 5930167"/>
              <a:gd name="connsiteX0-261" fmla="*/ 0 w 10902462"/>
              <a:gd name="connsiteY0-262" fmla="*/ 0 h 5930167"/>
              <a:gd name="connsiteX1-263" fmla="*/ 10902462 w 10902462"/>
              <a:gd name="connsiteY1-264" fmla="*/ 0 h 5930167"/>
              <a:gd name="connsiteX2-265" fmla="*/ 10902462 w 10902462"/>
              <a:gd name="connsiteY2-266" fmla="*/ 5930167 h 5930167"/>
              <a:gd name="connsiteX3-267" fmla="*/ 0 w 10902462"/>
              <a:gd name="connsiteY3-268" fmla="*/ 5836382 h 5930167"/>
              <a:gd name="connsiteX4-269" fmla="*/ 0 w 10902462"/>
              <a:gd name="connsiteY4-270" fmla="*/ 0 h 5930167"/>
              <a:gd name="connsiteX5-271" fmla="*/ 448205 w 10902462"/>
              <a:gd name="connsiteY5-272" fmla="*/ 284082 h 5930167"/>
              <a:gd name="connsiteX6-273" fmla="*/ 377867 w 10902462"/>
              <a:gd name="connsiteY6-274" fmla="*/ 5481961 h 5930167"/>
              <a:gd name="connsiteX7-275" fmla="*/ 10489426 w 10902462"/>
              <a:gd name="connsiteY7-276" fmla="*/ 5517131 h 5930167"/>
              <a:gd name="connsiteX8-277" fmla="*/ 10548041 w 10902462"/>
              <a:gd name="connsiteY8-278" fmla="*/ 248914 h 5930167"/>
              <a:gd name="connsiteX9-279" fmla="*/ 448205 w 10902462"/>
              <a:gd name="connsiteY9-280" fmla="*/ 284082 h 5930167"/>
              <a:gd name="connsiteX0-281" fmla="*/ 0 w 10902462"/>
              <a:gd name="connsiteY0-282" fmla="*/ 0 h 5930167"/>
              <a:gd name="connsiteX1-283" fmla="*/ 10902462 w 10902462"/>
              <a:gd name="connsiteY1-284" fmla="*/ 0 h 5930167"/>
              <a:gd name="connsiteX2-285" fmla="*/ 10902462 w 10902462"/>
              <a:gd name="connsiteY2-286" fmla="*/ 5930167 h 5930167"/>
              <a:gd name="connsiteX3-287" fmla="*/ 0 w 10902462"/>
              <a:gd name="connsiteY3-288" fmla="*/ 5836382 h 5930167"/>
              <a:gd name="connsiteX4-289" fmla="*/ 0 w 10902462"/>
              <a:gd name="connsiteY4-290" fmla="*/ 0 h 5930167"/>
              <a:gd name="connsiteX5-291" fmla="*/ 448205 w 10902462"/>
              <a:gd name="connsiteY5-292" fmla="*/ 284082 h 5930167"/>
              <a:gd name="connsiteX6-293" fmla="*/ 377867 w 10902462"/>
              <a:gd name="connsiteY6-294" fmla="*/ 5481961 h 5930167"/>
              <a:gd name="connsiteX7-295" fmla="*/ 10489426 w 10902462"/>
              <a:gd name="connsiteY7-296" fmla="*/ 5517131 h 5930167"/>
              <a:gd name="connsiteX8-297" fmla="*/ 10548041 w 10902462"/>
              <a:gd name="connsiteY8-298" fmla="*/ 248914 h 5930167"/>
              <a:gd name="connsiteX9-299" fmla="*/ 448205 w 10902462"/>
              <a:gd name="connsiteY9-300" fmla="*/ 284082 h 5930167"/>
              <a:gd name="connsiteX0-301" fmla="*/ 0 w 10902462"/>
              <a:gd name="connsiteY0-302" fmla="*/ 0 h 5930167"/>
              <a:gd name="connsiteX1-303" fmla="*/ 10902462 w 10902462"/>
              <a:gd name="connsiteY1-304" fmla="*/ 0 h 5930167"/>
              <a:gd name="connsiteX2-305" fmla="*/ 10902462 w 10902462"/>
              <a:gd name="connsiteY2-306" fmla="*/ 5930167 h 5930167"/>
              <a:gd name="connsiteX3-307" fmla="*/ 0 w 10902462"/>
              <a:gd name="connsiteY3-308" fmla="*/ 5836382 h 5930167"/>
              <a:gd name="connsiteX4-309" fmla="*/ 0 w 10902462"/>
              <a:gd name="connsiteY4-310" fmla="*/ 0 h 5930167"/>
              <a:gd name="connsiteX5-311" fmla="*/ 448205 w 10902462"/>
              <a:gd name="connsiteY5-312" fmla="*/ 284082 h 5930167"/>
              <a:gd name="connsiteX6-313" fmla="*/ 377867 w 10902462"/>
              <a:gd name="connsiteY6-314" fmla="*/ 5481961 h 5930167"/>
              <a:gd name="connsiteX7-315" fmla="*/ 10489426 w 10902462"/>
              <a:gd name="connsiteY7-316" fmla="*/ 5517131 h 5930167"/>
              <a:gd name="connsiteX8-317" fmla="*/ 10548041 w 10902462"/>
              <a:gd name="connsiteY8-318" fmla="*/ 248914 h 5930167"/>
              <a:gd name="connsiteX9-319" fmla="*/ 448205 w 10902462"/>
              <a:gd name="connsiteY9-320" fmla="*/ 284082 h 5930167"/>
              <a:gd name="connsiteX0-321" fmla="*/ 0 w 10902462"/>
              <a:gd name="connsiteY0-322" fmla="*/ 0 h 5930167"/>
              <a:gd name="connsiteX1-323" fmla="*/ 10902462 w 10902462"/>
              <a:gd name="connsiteY1-324" fmla="*/ 0 h 5930167"/>
              <a:gd name="connsiteX2-325" fmla="*/ 10902462 w 10902462"/>
              <a:gd name="connsiteY2-326" fmla="*/ 5930167 h 5930167"/>
              <a:gd name="connsiteX3-327" fmla="*/ 0 w 10902462"/>
              <a:gd name="connsiteY3-328" fmla="*/ 5836382 h 5930167"/>
              <a:gd name="connsiteX4-329" fmla="*/ 0 w 10902462"/>
              <a:gd name="connsiteY4-330" fmla="*/ 0 h 5930167"/>
              <a:gd name="connsiteX5-331" fmla="*/ 448205 w 10902462"/>
              <a:gd name="connsiteY5-332" fmla="*/ 284082 h 5930167"/>
              <a:gd name="connsiteX6-333" fmla="*/ 377867 w 10902462"/>
              <a:gd name="connsiteY6-334" fmla="*/ 5481961 h 5930167"/>
              <a:gd name="connsiteX7-335" fmla="*/ 10489426 w 10902462"/>
              <a:gd name="connsiteY7-336" fmla="*/ 5517131 h 5930167"/>
              <a:gd name="connsiteX8-337" fmla="*/ 10548041 w 10902462"/>
              <a:gd name="connsiteY8-338" fmla="*/ 248914 h 5930167"/>
              <a:gd name="connsiteX9-339" fmla="*/ 448205 w 10902462"/>
              <a:gd name="connsiteY9-340" fmla="*/ 284082 h 5930167"/>
              <a:gd name="connsiteX0-341" fmla="*/ 0 w 10902462"/>
              <a:gd name="connsiteY0-342" fmla="*/ 0 h 5930167"/>
              <a:gd name="connsiteX1-343" fmla="*/ 10902462 w 10902462"/>
              <a:gd name="connsiteY1-344" fmla="*/ 0 h 5930167"/>
              <a:gd name="connsiteX2-345" fmla="*/ 10902462 w 10902462"/>
              <a:gd name="connsiteY2-346" fmla="*/ 5930167 h 5930167"/>
              <a:gd name="connsiteX3-347" fmla="*/ 0 w 10902462"/>
              <a:gd name="connsiteY3-348" fmla="*/ 5836382 h 5930167"/>
              <a:gd name="connsiteX4-349" fmla="*/ 0 w 10902462"/>
              <a:gd name="connsiteY4-350" fmla="*/ 0 h 5930167"/>
              <a:gd name="connsiteX5-351" fmla="*/ 448205 w 10902462"/>
              <a:gd name="connsiteY5-352" fmla="*/ 284082 h 5930167"/>
              <a:gd name="connsiteX6-353" fmla="*/ 377867 w 10902462"/>
              <a:gd name="connsiteY6-354" fmla="*/ 5481961 h 5930167"/>
              <a:gd name="connsiteX7-355" fmla="*/ 10489426 w 10902462"/>
              <a:gd name="connsiteY7-356" fmla="*/ 5517131 h 5930167"/>
              <a:gd name="connsiteX8-357" fmla="*/ 10548041 w 10902462"/>
              <a:gd name="connsiteY8-358" fmla="*/ 248914 h 5930167"/>
              <a:gd name="connsiteX9-359" fmla="*/ 448205 w 10902462"/>
              <a:gd name="connsiteY9-360" fmla="*/ 284082 h 5930167"/>
              <a:gd name="connsiteX0-361" fmla="*/ 0 w 10902462"/>
              <a:gd name="connsiteY0-362" fmla="*/ 0 h 5930167"/>
              <a:gd name="connsiteX1-363" fmla="*/ 10902462 w 10902462"/>
              <a:gd name="connsiteY1-364" fmla="*/ 0 h 5930167"/>
              <a:gd name="connsiteX2-365" fmla="*/ 10902462 w 10902462"/>
              <a:gd name="connsiteY2-366" fmla="*/ 5930167 h 5930167"/>
              <a:gd name="connsiteX3-367" fmla="*/ 0 w 10902462"/>
              <a:gd name="connsiteY3-368" fmla="*/ 5836382 h 5930167"/>
              <a:gd name="connsiteX4-369" fmla="*/ 0 w 10902462"/>
              <a:gd name="connsiteY4-370" fmla="*/ 0 h 5930167"/>
              <a:gd name="connsiteX5-371" fmla="*/ 448205 w 10902462"/>
              <a:gd name="connsiteY5-372" fmla="*/ 284082 h 5930167"/>
              <a:gd name="connsiteX6-373" fmla="*/ 377867 w 10902462"/>
              <a:gd name="connsiteY6-374" fmla="*/ 5481961 h 5930167"/>
              <a:gd name="connsiteX7-375" fmla="*/ 10489426 w 10902462"/>
              <a:gd name="connsiteY7-376" fmla="*/ 5517131 h 5930167"/>
              <a:gd name="connsiteX8-377" fmla="*/ 10548041 w 10902462"/>
              <a:gd name="connsiteY8-378" fmla="*/ 248914 h 5930167"/>
              <a:gd name="connsiteX9-379" fmla="*/ 448205 w 10902462"/>
              <a:gd name="connsiteY9-380" fmla="*/ 284082 h 5930167"/>
              <a:gd name="connsiteX0-381" fmla="*/ 0 w 10902462"/>
              <a:gd name="connsiteY0-382" fmla="*/ 0 h 5930167"/>
              <a:gd name="connsiteX1-383" fmla="*/ 10902462 w 10902462"/>
              <a:gd name="connsiteY1-384" fmla="*/ 0 h 5930167"/>
              <a:gd name="connsiteX2-385" fmla="*/ 10902462 w 10902462"/>
              <a:gd name="connsiteY2-386" fmla="*/ 5930167 h 5930167"/>
              <a:gd name="connsiteX3-387" fmla="*/ 0 w 10902462"/>
              <a:gd name="connsiteY3-388" fmla="*/ 5836382 h 5930167"/>
              <a:gd name="connsiteX4-389" fmla="*/ 0 w 10902462"/>
              <a:gd name="connsiteY4-390" fmla="*/ 0 h 5930167"/>
              <a:gd name="connsiteX5-391" fmla="*/ 448205 w 10902462"/>
              <a:gd name="connsiteY5-392" fmla="*/ 284082 h 5930167"/>
              <a:gd name="connsiteX6-393" fmla="*/ 377867 w 10902462"/>
              <a:gd name="connsiteY6-394" fmla="*/ 5481961 h 5930167"/>
              <a:gd name="connsiteX7-395" fmla="*/ 10489426 w 10902462"/>
              <a:gd name="connsiteY7-396" fmla="*/ 5517131 h 5930167"/>
              <a:gd name="connsiteX8-397" fmla="*/ 10597662 w 10902462"/>
              <a:gd name="connsiteY8-398" fmla="*/ 2110154 h 5930167"/>
              <a:gd name="connsiteX9-399" fmla="*/ 10548041 w 10902462"/>
              <a:gd name="connsiteY9-400" fmla="*/ 248914 h 5930167"/>
              <a:gd name="connsiteX10" fmla="*/ 448205 w 10902462"/>
              <a:gd name="connsiteY10" fmla="*/ 284082 h 5930167"/>
              <a:gd name="connsiteX0-401" fmla="*/ 0 w 10902462"/>
              <a:gd name="connsiteY0-402" fmla="*/ 0 h 5930167"/>
              <a:gd name="connsiteX1-403" fmla="*/ 10902462 w 10902462"/>
              <a:gd name="connsiteY1-404" fmla="*/ 0 h 5930167"/>
              <a:gd name="connsiteX2-405" fmla="*/ 10902462 w 10902462"/>
              <a:gd name="connsiteY2-406" fmla="*/ 5930167 h 5930167"/>
              <a:gd name="connsiteX3-407" fmla="*/ 0 w 10902462"/>
              <a:gd name="connsiteY3-408" fmla="*/ 5836382 h 5930167"/>
              <a:gd name="connsiteX4-409" fmla="*/ 0 w 10902462"/>
              <a:gd name="connsiteY4-410" fmla="*/ 0 h 5930167"/>
              <a:gd name="connsiteX5-411" fmla="*/ 448205 w 10902462"/>
              <a:gd name="connsiteY5-412" fmla="*/ 284082 h 5930167"/>
              <a:gd name="connsiteX6-413" fmla="*/ 377867 w 10902462"/>
              <a:gd name="connsiteY6-414" fmla="*/ 5481961 h 5930167"/>
              <a:gd name="connsiteX7-415" fmla="*/ 10489426 w 10902462"/>
              <a:gd name="connsiteY7-416" fmla="*/ 5517131 h 5930167"/>
              <a:gd name="connsiteX8-417" fmla="*/ 10597662 w 10902462"/>
              <a:gd name="connsiteY8-418" fmla="*/ 2110154 h 5930167"/>
              <a:gd name="connsiteX9-419" fmla="*/ 10548041 w 10902462"/>
              <a:gd name="connsiteY9-420" fmla="*/ 248914 h 5930167"/>
              <a:gd name="connsiteX10-421" fmla="*/ 448205 w 10902462"/>
              <a:gd name="connsiteY10-422" fmla="*/ 284082 h 5930167"/>
              <a:gd name="connsiteX0-423" fmla="*/ 0 w 10902462"/>
              <a:gd name="connsiteY0-424" fmla="*/ 0 h 5930167"/>
              <a:gd name="connsiteX1-425" fmla="*/ 10902462 w 10902462"/>
              <a:gd name="connsiteY1-426" fmla="*/ 0 h 5930167"/>
              <a:gd name="connsiteX2-427" fmla="*/ 10902462 w 10902462"/>
              <a:gd name="connsiteY2-428" fmla="*/ 5930167 h 5930167"/>
              <a:gd name="connsiteX3-429" fmla="*/ 0 w 10902462"/>
              <a:gd name="connsiteY3-430" fmla="*/ 5836382 h 5930167"/>
              <a:gd name="connsiteX4-431" fmla="*/ 0 w 10902462"/>
              <a:gd name="connsiteY4-432" fmla="*/ 0 h 5930167"/>
              <a:gd name="connsiteX5-433" fmla="*/ 448205 w 10902462"/>
              <a:gd name="connsiteY5-434" fmla="*/ 284082 h 5930167"/>
              <a:gd name="connsiteX6-435" fmla="*/ 377867 w 10902462"/>
              <a:gd name="connsiteY6-436" fmla="*/ 5481961 h 5930167"/>
              <a:gd name="connsiteX7-437" fmla="*/ 10536318 w 10902462"/>
              <a:gd name="connsiteY7-438" fmla="*/ 5423346 h 5930167"/>
              <a:gd name="connsiteX8-439" fmla="*/ 10597662 w 10902462"/>
              <a:gd name="connsiteY8-440" fmla="*/ 2110154 h 5930167"/>
              <a:gd name="connsiteX9-441" fmla="*/ 10548041 w 10902462"/>
              <a:gd name="connsiteY9-442" fmla="*/ 248914 h 5930167"/>
              <a:gd name="connsiteX10-443" fmla="*/ 448205 w 10902462"/>
              <a:gd name="connsiteY10-444" fmla="*/ 284082 h 5930167"/>
              <a:gd name="connsiteX0-445" fmla="*/ 0 w 10902462"/>
              <a:gd name="connsiteY0-446" fmla="*/ 0 h 5930167"/>
              <a:gd name="connsiteX1-447" fmla="*/ 10902462 w 10902462"/>
              <a:gd name="connsiteY1-448" fmla="*/ 0 h 5930167"/>
              <a:gd name="connsiteX2-449" fmla="*/ 10902462 w 10902462"/>
              <a:gd name="connsiteY2-450" fmla="*/ 5930167 h 5930167"/>
              <a:gd name="connsiteX3-451" fmla="*/ 0 w 10902462"/>
              <a:gd name="connsiteY3-452" fmla="*/ 5836382 h 5930167"/>
              <a:gd name="connsiteX4-453" fmla="*/ 0 w 10902462"/>
              <a:gd name="connsiteY4-454" fmla="*/ 0 h 5930167"/>
              <a:gd name="connsiteX5-455" fmla="*/ 448205 w 10902462"/>
              <a:gd name="connsiteY5-456" fmla="*/ 284082 h 5930167"/>
              <a:gd name="connsiteX6-457" fmla="*/ 377867 w 10902462"/>
              <a:gd name="connsiteY6-458" fmla="*/ 5481961 h 5930167"/>
              <a:gd name="connsiteX7-459" fmla="*/ 10536318 w 10902462"/>
              <a:gd name="connsiteY7-460" fmla="*/ 5423346 h 5930167"/>
              <a:gd name="connsiteX8-461" fmla="*/ 10597662 w 10902462"/>
              <a:gd name="connsiteY8-462" fmla="*/ 2110154 h 5930167"/>
              <a:gd name="connsiteX9-463" fmla="*/ 10548041 w 10902462"/>
              <a:gd name="connsiteY9-464" fmla="*/ 248914 h 5930167"/>
              <a:gd name="connsiteX10-465" fmla="*/ 448205 w 10902462"/>
              <a:gd name="connsiteY10-466" fmla="*/ 284082 h 5930167"/>
              <a:gd name="connsiteX0-467" fmla="*/ 0 w 10902462"/>
              <a:gd name="connsiteY0-468" fmla="*/ 0 h 5836382"/>
              <a:gd name="connsiteX1-469" fmla="*/ 10902462 w 10902462"/>
              <a:gd name="connsiteY1-470" fmla="*/ 0 h 5836382"/>
              <a:gd name="connsiteX2-471" fmla="*/ 10832123 w 10902462"/>
              <a:gd name="connsiteY2-472" fmla="*/ 5836382 h 5836382"/>
              <a:gd name="connsiteX3-473" fmla="*/ 0 w 10902462"/>
              <a:gd name="connsiteY3-474" fmla="*/ 5836382 h 5836382"/>
              <a:gd name="connsiteX4-475" fmla="*/ 0 w 10902462"/>
              <a:gd name="connsiteY4-476" fmla="*/ 0 h 5836382"/>
              <a:gd name="connsiteX5-477" fmla="*/ 448205 w 10902462"/>
              <a:gd name="connsiteY5-478" fmla="*/ 284082 h 5836382"/>
              <a:gd name="connsiteX6-479" fmla="*/ 377867 w 10902462"/>
              <a:gd name="connsiteY6-480" fmla="*/ 5481961 h 5836382"/>
              <a:gd name="connsiteX7-481" fmla="*/ 10536318 w 10902462"/>
              <a:gd name="connsiteY7-482" fmla="*/ 5423346 h 5836382"/>
              <a:gd name="connsiteX8-483" fmla="*/ 10597662 w 10902462"/>
              <a:gd name="connsiteY8-484" fmla="*/ 2110154 h 5836382"/>
              <a:gd name="connsiteX9-485" fmla="*/ 10548041 w 10902462"/>
              <a:gd name="connsiteY9-486" fmla="*/ 248914 h 5836382"/>
              <a:gd name="connsiteX10-487" fmla="*/ 448205 w 10902462"/>
              <a:gd name="connsiteY10-488" fmla="*/ 284082 h 5836382"/>
              <a:gd name="connsiteX0-489" fmla="*/ 0 w 10902462"/>
              <a:gd name="connsiteY0-490" fmla="*/ 0 h 5836382"/>
              <a:gd name="connsiteX1-491" fmla="*/ 10902462 w 10902462"/>
              <a:gd name="connsiteY1-492" fmla="*/ 0 h 5836382"/>
              <a:gd name="connsiteX2-493" fmla="*/ 10820400 w 10902462"/>
              <a:gd name="connsiteY2-494" fmla="*/ 5719151 h 5836382"/>
              <a:gd name="connsiteX3-495" fmla="*/ 0 w 10902462"/>
              <a:gd name="connsiteY3-496" fmla="*/ 5836382 h 5836382"/>
              <a:gd name="connsiteX4-497" fmla="*/ 0 w 10902462"/>
              <a:gd name="connsiteY4-498" fmla="*/ 0 h 5836382"/>
              <a:gd name="connsiteX5-499" fmla="*/ 448205 w 10902462"/>
              <a:gd name="connsiteY5-500" fmla="*/ 284082 h 5836382"/>
              <a:gd name="connsiteX6-501" fmla="*/ 377867 w 10902462"/>
              <a:gd name="connsiteY6-502" fmla="*/ 5481961 h 5836382"/>
              <a:gd name="connsiteX7-503" fmla="*/ 10536318 w 10902462"/>
              <a:gd name="connsiteY7-504" fmla="*/ 5423346 h 5836382"/>
              <a:gd name="connsiteX8-505" fmla="*/ 10597662 w 10902462"/>
              <a:gd name="connsiteY8-506" fmla="*/ 2110154 h 5836382"/>
              <a:gd name="connsiteX9-507" fmla="*/ 10548041 w 10902462"/>
              <a:gd name="connsiteY9-508" fmla="*/ 248914 h 5836382"/>
              <a:gd name="connsiteX10-509" fmla="*/ 448205 w 10902462"/>
              <a:gd name="connsiteY10-510" fmla="*/ 284082 h 5836382"/>
              <a:gd name="connsiteX0-511" fmla="*/ 0 w 10902462"/>
              <a:gd name="connsiteY0-512" fmla="*/ 0 h 5836382"/>
              <a:gd name="connsiteX1-513" fmla="*/ 10902462 w 10902462"/>
              <a:gd name="connsiteY1-514" fmla="*/ 0 h 5836382"/>
              <a:gd name="connsiteX2-515" fmla="*/ 10820400 w 10902462"/>
              <a:gd name="connsiteY2-516" fmla="*/ 5719151 h 5836382"/>
              <a:gd name="connsiteX3-517" fmla="*/ 0 w 10902462"/>
              <a:gd name="connsiteY3-518" fmla="*/ 5836382 h 5836382"/>
              <a:gd name="connsiteX4-519" fmla="*/ 0 w 10902462"/>
              <a:gd name="connsiteY4-520" fmla="*/ 0 h 5836382"/>
              <a:gd name="connsiteX5-521" fmla="*/ 295805 w 10902462"/>
              <a:gd name="connsiteY5-522" fmla="*/ 248913 h 5836382"/>
              <a:gd name="connsiteX6-523" fmla="*/ 377867 w 10902462"/>
              <a:gd name="connsiteY6-524" fmla="*/ 5481961 h 5836382"/>
              <a:gd name="connsiteX7-525" fmla="*/ 10536318 w 10902462"/>
              <a:gd name="connsiteY7-526" fmla="*/ 5423346 h 5836382"/>
              <a:gd name="connsiteX8-527" fmla="*/ 10597662 w 10902462"/>
              <a:gd name="connsiteY8-528" fmla="*/ 2110154 h 5836382"/>
              <a:gd name="connsiteX9-529" fmla="*/ 10548041 w 10902462"/>
              <a:gd name="connsiteY9-530" fmla="*/ 248914 h 5836382"/>
              <a:gd name="connsiteX10-531" fmla="*/ 295805 w 10902462"/>
              <a:gd name="connsiteY10-532" fmla="*/ 248913 h 5836382"/>
              <a:gd name="connsiteX0-533" fmla="*/ 0 w 10902462"/>
              <a:gd name="connsiteY0-534" fmla="*/ 0 h 5836382"/>
              <a:gd name="connsiteX1-535" fmla="*/ 10902462 w 10902462"/>
              <a:gd name="connsiteY1-536" fmla="*/ 0 h 5836382"/>
              <a:gd name="connsiteX2-537" fmla="*/ 10820400 w 10902462"/>
              <a:gd name="connsiteY2-538" fmla="*/ 5719151 h 5836382"/>
              <a:gd name="connsiteX3-539" fmla="*/ 0 w 10902462"/>
              <a:gd name="connsiteY3-540" fmla="*/ 5836382 h 5836382"/>
              <a:gd name="connsiteX4-541" fmla="*/ 0 w 10902462"/>
              <a:gd name="connsiteY4-542" fmla="*/ 0 h 5836382"/>
              <a:gd name="connsiteX5-543" fmla="*/ 295805 w 10902462"/>
              <a:gd name="connsiteY5-544" fmla="*/ 248913 h 5836382"/>
              <a:gd name="connsiteX6-545" fmla="*/ 377867 w 10902462"/>
              <a:gd name="connsiteY6-546" fmla="*/ 5481961 h 5836382"/>
              <a:gd name="connsiteX7-547" fmla="*/ 10536318 w 10902462"/>
              <a:gd name="connsiteY7-548" fmla="*/ 5423346 h 5836382"/>
              <a:gd name="connsiteX8-549" fmla="*/ 10597662 w 10902462"/>
              <a:gd name="connsiteY8-550" fmla="*/ 2110154 h 5836382"/>
              <a:gd name="connsiteX9-551" fmla="*/ 10548041 w 10902462"/>
              <a:gd name="connsiteY9-552" fmla="*/ 248914 h 5836382"/>
              <a:gd name="connsiteX10-553" fmla="*/ 295805 w 10902462"/>
              <a:gd name="connsiteY10-554" fmla="*/ 248913 h 5836382"/>
              <a:gd name="connsiteX0-555" fmla="*/ 0 w 10902462"/>
              <a:gd name="connsiteY0-556" fmla="*/ 0 h 5836382"/>
              <a:gd name="connsiteX1-557" fmla="*/ 10902462 w 10902462"/>
              <a:gd name="connsiteY1-558" fmla="*/ 0 h 5836382"/>
              <a:gd name="connsiteX2-559" fmla="*/ 10820400 w 10902462"/>
              <a:gd name="connsiteY2-560" fmla="*/ 5719151 h 5836382"/>
              <a:gd name="connsiteX3-561" fmla="*/ 0 w 10902462"/>
              <a:gd name="connsiteY3-562" fmla="*/ 5836382 h 5836382"/>
              <a:gd name="connsiteX4-563" fmla="*/ 0 w 10902462"/>
              <a:gd name="connsiteY4-564" fmla="*/ 0 h 5836382"/>
              <a:gd name="connsiteX5-565" fmla="*/ 295805 w 10902462"/>
              <a:gd name="connsiteY5-566" fmla="*/ 248913 h 5836382"/>
              <a:gd name="connsiteX6-567" fmla="*/ 377867 w 10902462"/>
              <a:gd name="connsiteY6-568" fmla="*/ 5481961 h 5836382"/>
              <a:gd name="connsiteX7-569" fmla="*/ 10536318 w 10902462"/>
              <a:gd name="connsiteY7-570" fmla="*/ 5423346 h 5836382"/>
              <a:gd name="connsiteX8-571" fmla="*/ 10597662 w 10902462"/>
              <a:gd name="connsiteY8-572" fmla="*/ 2110154 h 5836382"/>
              <a:gd name="connsiteX9-573" fmla="*/ 10548041 w 10902462"/>
              <a:gd name="connsiteY9-574" fmla="*/ 248914 h 5836382"/>
              <a:gd name="connsiteX10-575" fmla="*/ 295805 w 10902462"/>
              <a:gd name="connsiteY10-576" fmla="*/ 248913 h 5836382"/>
              <a:gd name="connsiteX0-577" fmla="*/ 0 w 10902462"/>
              <a:gd name="connsiteY0-578" fmla="*/ 0 h 5836382"/>
              <a:gd name="connsiteX1-579" fmla="*/ 10902462 w 10902462"/>
              <a:gd name="connsiteY1-580" fmla="*/ 0 h 5836382"/>
              <a:gd name="connsiteX2-581" fmla="*/ 10820400 w 10902462"/>
              <a:gd name="connsiteY2-582" fmla="*/ 5719151 h 5836382"/>
              <a:gd name="connsiteX3-583" fmla="*/ 0 w 10902462"/>
              <a:gd name="connsiteY3-584" fmla="*/ 5836382 h 5836382"/>
              <a:gd name="connsiteX4-585" fmla="*/ 0 w 10902462"/>
              <a:gd name="connsiteY4-586" fmla="*/ 0 h 5836382"/>
              <a:gd name="connsiteX5-587" fmla="*/ 295805 w 10902462"/>
              <a:gd name="connsiteY5-588" fmla="*/ 248913 h 5836382"/>
              <a:gd name="connsiteX6-589" fmla="*/ 377867 w 10902462"/>
              <a:gd name="connsiteY6-590" fmla="*/ 5481961 h 5836382"/>
              <a:gd name="connsiteX7-591" fmla="*/ 10536318 w 10902462"/>
              <a:gd name="connsiteY7-592" fmla="*/ 5423346 h 5836382"/>
              <a:gd name="connsiteX8-593" fmla="*/ 10597662 w 10902462"/>
              <a:gd name="connsiteY8-594" fmla="*/ 2110154 h 5836382"/>
              <a:gd name="connsiteX9-595" fmla="*/ 10548041 w 10902462"/>
              <a:gd name="connsiteY9-596" fmla="*/ 248914 h 5836382"/>
              <a:gd name="connsiteX10-597" fmla="*/ 295805 w 10902462"/>
              <a:gd name="connsiteY10-598" fmla="*/ 248913 h 5836382"/>
              <a:gd name="connsiteX0-599" fmla="*/ 0 w 10902462"/>
              <a:gd name="connsiteY0-600" fmla="*/ 0 h 5836382"/>
              <a:gd name="connsiteX1-601" fmla="*/ 10902462 w 10902462"/>
              <a:gd name="connsiteY1-602" fmla="*/ 0 h 5836382"/>
              <a:gd name="connsiteX2-603" fmla="*/ 10820400 w 10902462"/>
              <a:gd name="connsiteY2-604" fmla="*/ 5719151 h 5836382"/>
              <a:gd name="connsiteX3-605" fmla="*/ 0 w 10902462"/>
              <a:gd name="connsiteY3-606" fmla="*/ 5836382 h 5836382"/>
              <a:gd name="connsiteX4-607" fmla="*/ 0 w 10902462"/>
              <a:gd name="connsiteY4-608" fmla="*/ 0 h 5836382"/>
              <a:gd name="connsiteX5-609" fmla="*/ 295805 w 10902462"/>
              <a:gd name="connsiteY5-610" fmla="*/ 248913 h 5836382"/>
              <a:gd name="connsiteX6-611" fmla="*/ 377867 w 10902462"/>
              <a:gd name="connsiteY6-612" fmla="*/ 5481961 h 5836382"/>
              <a:gd name="connsiteX7-613" fmla="*/ 10536318 w 10902462"/>
              <a:gd name="connsiteY7-614" fmla="*/ 5423346 h 5836382"/>
              <a:gd name="connsiteX8-615" fmla="*/ 10597662 w 10902462"/>
              <a:gd name="connsiteY8-616" fmla="*/ 2110154 h 5836382"/>
              <a:gd name="connsiteX9-617" fmla="*/ 10548041 w 10902462"/>
              <a:gd name="connsiteY9-618" fmla="*/ 248914 h 5836382"/>
              <a:gd name="connsiteX10-619" fmla="*/ 295805 w 10902462"/>
              <a:gd name="connsiteY10-620" fmla="*/ 248913 h 5836382"/>
              <a:gd name="connsiteX0-621" fmla="*/ 0 w 10902462"/>
              <a:gd name="connsiteY0-622" fmla="*/ 0 h 5836382"/>
              <a:gd name="connsiteX1-623" fmla="*/ 10902462 w 10902462"/>
              <a:gd name="connsiteY1-624" fmla="*/ 0 h 5836382"/>
              <a:gd name="connsiteX2-625" fmla="*/ 10820400 w 10902462"/>
              <a:gd name="connsiteY2-626" fmla="*/ 5719151 h 5836382"/>
              <a:gd name="connsiteX3-627" fmla="*/ 0 w 10902462"/>
              <a:gd name="connsiteY3-628" fmla="*/ 5836382 h 5836382"/>
              <a:gd name="connsiteX4-629" fmla="*/ 0 w 10902462"/>
              <a:gd name="connsiteY4-630" fmla="*/ 0 h 5836382"/>
              <a:gd name="connsiteX5-631" fmla="*/ 295805 w 10902462"/>
              <a:gd name="connsiteY5-632" fmla="*/ 248913 h 5836382"/>
              <a:gd name="connsiteX6-633" fmla="*/ 377867 w 10902462"/>
              <a:gd name="connsiteY6-634" fmla="*/ 5481961 h 5836382"/>
              <a:gd name="connsiteX7-635" fmla="*/ 10536318 w 10902462"/>
              <a:gd name="connsiteY7-636" fmla="*/ 5423346 h 5836382"/>
              <a:gd name="connsiteX8-637" fmla="*/ 10597662 w 10902462"/>
              <a:gd name="connsiteY8-638" fmla="*/ 2110154 h 5836382"/>
              <a:gd name="connsiteX9-639" fmla="*/ 10548041 w 10902462"/>
              <a:gd name="connsiteY9-640" fmla="*/ 248914 h 5836382"/>
              <a:gd name="connsiteX10-641" fmla="*/ 295805 w 10902462"/>
              <a:gd name="connsiteY10-642" fmla="*/ 248913 h 5836382"/>
              <a:gd name="connsiteX0-643" fmla="*/ 0 w 10902462"/>
              <a:gd name="connsiteY0-644" fmla="*/ 0 h 5836382"/>
              <a:gd name="connsiteX1-645" fmla="*/ 10902462 w 10902462"/>
              <a:gd name="connsiteY1-646" fmla="*/ 0 h 5836382"/>
              <a:gd name="connsiteX2-647" fmla="*/ 10820400 w 10902462"/>
              <a:gd name="connsiteY2-648" fmla="*/ 5719151 h 5836382"/>
              <a:gd name="connsiteX3-649" fmla="*/ 0 w 10902462"/>
              <a:gd name="connsiteY3-650" fmla="*/ 5836382 h 5836382"/>
              <a:gd name="connsiteX4-651" fmla="*/ 0 w 10902462"/>
              <a:gd name="connsiteY4-652" fmla="*/ 0 h 5836382"/>
              <a:gd name="connsiteX5-653" fmla="*/ 295805 w 10902462"/>
              <a:gd name="connsiteY5-654" fmla="*/ 248913 h 5836382"/>
              <a:gd name="connsiteX6-655" fmla="*/ 377867 w 10902462"/>
              <a:gd name="connsiteY6-656" fmla="*/ 5481961 h 5836382"/>
              <a:gd name="connsiteX7-657" fmla="*/ 10536318 w 10902462"/>
              <a:gd name="connsiteY7-658" fmla="*/ 5423346 h 5836382"/>
              <a:gd name="connsiteX8-659" fmla="*/ 10597662 w 10902462"/>
              <a:gd name="connsiteY8-660" fmla="*/ 2110154 h 5836382"/>
              <a:gd name="connsiteX9-661" fmla="*/ 10548041 w 10902462"/>
              <a:gd name="connsiteY9-662" fmla="*/ 248914 h 5836382"/>
              <a:gd name="connsiteX10-663" fmla="*/ 295805 w 10902462"/>
              <a:gd name="connsiteY10-664" fmla="*/ 248913 h 5836382"/>
              <a:gd name="connsiteX0-665" fmla="*/ 0 w 10902462"/>
              <a:gd name="connsiteY0-666" fmla="*/ 0 h 5836382"/>
              <a:gd name="connsiteX1-667" fmla="*/ 10902462 w 10902462"/>
              <a:gd name="connsiteY1-668" fmla="*/ 0 h 5836382"/>
              <a:gd name="connsiteX2-669" fmla="*/ 10820400 w 10902462"/>
              <a:gd name="connsiteY2-670" fmla="*/ 5719151 h 5836382"/>
              <a:gd name="connsiteX3-671" fmla="*/ 0 w 10902462"/>
              <a:gd name="connsiteY3-672" fmla="*/ 5836382 h 5836382"/>
              <a:gd name="connsiteX4-673" fmla="*/ 0 w 10902462"/>
              <a:gd name="connsiteY4-674" fmla="*/ 0 h 5836382"/>
              <a:gd name="connsiteX5-675" fmla="*/ 295805 w 10902462"/>
              <a:gd name="connsiteY5-676" fmla="*/ 248913 h 5836382"/>
              <a:gd name="connsiteX6-677" fmla="*/ 377867 w 10902462"/>
              <a:gd name="connsiteY6-678" fmla="*/ 5481961 h 5836382"/>
              <a:gd name="connsiteX7-679" fmla="*/ 10536318 w 10902462"/>
              <a:gd name="connsiteY7-680" fmla="*/ 5423346 h 5836382"/>
              <a:gd name="connsiteX8-681" fmla="*/ 10597662 w 10902462"/>
              <a:gd name="connsiteY8-682" fmla="*/ 2110154 h 5836382"/>
              <a:gd name="connsiteX9-683" fmla="*/ 10548041 w 10902462"/>
              <a:gd name="connsiteY9-684" fmla="*/ 248914 h 5836382"/>
              <a:gd name="connsiteX10-685" fmla="*/ 295805 w 10902462"/>
              <a:gd name="connsiteY10-686" fmla="*/ 248913 h 5836382"/>
              <a:gd name="connsiteX0-687" fmla="*/ 37972 w 10940434"/>
              <a:gd name="connsiteY0-688" fmla="*/ 0 h 5836382"/>
              <a:gd name="connsiteX1-689" fmla="*/ 10940434 w 10940434"/>
              <a:gd name="connsiteY1-690" fmla="*/ 0 h 5836382"/>
              <a:gd name="connsiteX2-691" fmla="*/ 10858372 w 10940434"/>
              <a:gd name="connsiteY2-692" fmla="*/ 5719151 h 5836382"/>
              <a:gd name="connsiteX3-693" fmla="*/ 37972 w 10940434"/>
              <a:gd name="connsiteY3-694" fmla="*/ 5836382 h 5836382"/>
              <a:gd name="connsiteX4-695" fmla="*/ 37972 w 10940434"/>
              <a:gd name="connsiteY4-696" fmla="*/ 0 h 5836382"/>
              <a:gd name="connsiteX5-697" fmla="*/ 333777 w 10940434"/>
              <a:gd name="connsiteY5-698" fmla="*/ 248913 h 5836382"/>
              <a:gd name="connsiteX6-699" fmla="*/ 415839 w 10940434"/>
              <a:gd name="connsiteY6-700" fmla="*/ 5481961 h 5836382"/>
              <a:gd name="connsiteX7-701" fmla="*/ 10574290 w 10940434"/>
              <a:gd name="connsiteY7-702" fmla="*/ 5423346 h 5836382"/>
              <a:gd name="connsiteX8-703" fmla="*/ 10635634 w 10940434"/>
              <a:gd name="connsiteY8-704" fmla="*/ 2110154 h 5836382"/>
              <a:gd name="connsiteX9-705" fmla="*/ 10586013 w 10940434"/>
              <a:gd name="connsiteY9-706" fmla="*/ 248914 h 5836382"/>
              <a:gd name="connsiteX10-707" fmla="*/ 333777 w 10940434"/>
              <a:gd name="connsiteY10-708" fmla="*/ 248913 h 5836382"/>
              <a:gd name="connsiteX0-709" fmla="*/ 0 w 10902462"/>
              <a:gd name="connsiteY0-710" fmla="*/ 0 h 5836382"/>
              <a:gd name="connsiteX1-711" fmla="*/ 10902462 w 10902462"/>
              <a:gd name="connsiteY1-712" fmla="*/ 0 h 5836382"/>
              <a:gd name="connsiteX2-713" fmla="*/ 10820400 w 10902462"/>
              <a:gd name="connsiteY2-714" fmla="*/ 5719151 h 5836382"/>
              <a:gd name="connsiteX3-715" fmla="*/ 0 w 10902462"/>
              <a:gd name="connsiteY3-716" fmla="*/ 5836382 h 5836382"/>
              <a:gd name="connsiteX4-717" fmla="*/ 0 w 10902462"/>
              <a:gd name="connsiteY4-718" fmla="*/ 0 h 5836382"/>
              <a:gd name="connsiteX5-719" fmla="*/ 295805 w 10902462"/>
              <a:gd name="connsiteY5-720" fmla="*/ 248913 h 5836382"/>
              <a:gd name="connsiteX6-721" fmla="*/ 377867 w 10902462"/>
              <a:gd name="connsiteY6-722" fmla="*/ 5481961 h 5836382"/>
              <a:gd name="connsiteX7-723" fmla="*/ 10536318 w 10902462"/>
              <a:gd name="connsiteY7-724" fmla="*/ 5423346 h 5836382"/>
              <a:gd name="connsiteX8-725" fmla="*/ 10597662 w 10902462"/>
              <a:gd name="connsiteY8-726" fmla="*/ 2110154 h 5836382"/>
              <a:gd name="connsiteX9-727" fmla="*/ 10548041 w 10902462"/>
              <a:gd name="connsiteY9-728" fmla="*/ 248914 h 5836382"/>
              <a:gd name="connsiteX10-729" fmla="*/ 295805 w 10902462"/>
              <a:gd name="connsiteY10-730" fmla="*/ 248913 h 58363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421" y="connsiteY10-422"/>
              </a:cxn>
            </a:cxnLst>
            <a:rect l="l" t="t" r="r" b="b"/>
            <a:pathLst>
              <a:path w="10902462" h="5836382">
                <a:moveTo>
                  <a:pt x="0" y="0"/>
                </a:moveTo>
                <a:cubicBezTo>
                  <a:pt x="3659976" y="293595"/>
                  <a:pt x="7268308" y="0"/>
                  <a:pt x="10902462" y="0"/>
                </a:cubicBezTo>
                <a:cubicBezTo>
                  <a:pt x="10550770" y="1765707"/>
                  <a:pt x="10820400" y="3742429"/>
                  <a:pt x="10820400" y="5719151"/>
                </a:cubicBezTo>
                <a:lnTo>
                  <a:pt x="0" y="5836382"/>
                </a:lnTo>
                <a:cubicBezTo>
                  <a:pt x="173320" y="4076011"/>
                  <a:pt x="62168" y="2147752"/>
                  <a:pt x="0" y="0"/>
                </a:cubicBezTo>
                <a:close/>
                <a:moveTo>
                  <a:pt x="295805" y="248913"/>
                </a:moveTo>
                <a:cubicBezTo>
                  <a:pt x="-26226" y="2391949"/>
                  <a:pt x="372814" y="3751743"/>
                  <a:pt x="377867" y="5481961"/>
                </a:cubicBezTo>
                <a:cubicBezTo>
                  <a:pt x="3818725" y="5282668"/>
                  <a:pt x="7271306" y="5810208"/>
                  <a:pt x="10536318" y="5423346"/>
                </a:cubicBezTo>
                <a:cubicBezTo>
                  <a:pt x="10814674" y="3596025"/>
                  <a:pt x="10577214" y="3316152"/>
                  <a:pt x="10597662" y="2110154"/>
                </a:cubicBezTo>
                <a:lnTo>
                  <a:pt x="10548041" y="248914"/>
                </a:lnTo>
                <a:cubicBezTo>
                  <a:pt x="7193152" y="354422"/>
                  <a:pt x="4330633" y="377866"/>
                  <a:pt x="295805" y="24891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solidFill>
              <a:srgbClr val="EFCDC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88062" y="5482437"/>
            <a:ext cx="2203938" cy="137556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15603" y="5785528"/>
            <a:ext cx="1376397" cy="10724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2704580" y="2749802"/>
            <a:ext cx="6840000" cy="1376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9304158" y="-873600"/>
            <a:ext cx="3727435" cy="4417950"/>
          </a:xfrm>
          <a:prstGeom prst="ellipse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 userDrawn="1"/>
        </p:nvGrpSpPr>
        <p:grpSpPr>
          <a:xfrm rot="20916237">
            <a:off x="10930909" y="119112"/>
            <a:ext cx="1321761" cy="116372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1E3DEE-B3BC-46BA-A01B-DE9D18CAC204}" type="datetimeFigureOut">
              <a:rPr lang="zh-CN" altLang="en-US" smtClean="0"/>
              <a:pPr/>
              <a:t>2025/4/13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D76EF00-4C46-427A-853A-2D75C24BD44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audio" Target="../media/media1.wav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microsoft.com/office/2007/relationships/media" Target="../media/media1.wav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audio" Target="../media/media2.wav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microsoft.com/office/2007/relationships/media" Target="../media/media2.wav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5.png"/><Relationship Id="rId4" Type="http://schemas.openxmlformats.org/officeDocument/2006/relationships/image" Target="../media/image2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video" Target="../media/media5.wav"/><Relationship Id="rId16" Type="http://schemas.openxmlformats.org/officeDocument/2006/relationships/image" Target="../media/image35.png"/><Relationship Id="rId1" Type="http://schemas.microsoft.com/office/2007/relationships/media" Target="../media/media5.wav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5.png"/><Relationship Id="rId15" Type="http://schemas.openxmlformats.org/officeDocument/2006/relationships/image" Target="../media/image34.png"/><Relationship Id="rId10" Type="http://schemas.openxmlformats.org/officeDocument/2006/relationships/image" Target="../media/image24.png"/><Relationship Id="rId19" Type="http://schemas.openxmlformats.org/officeDocument/2006/relationships/image" Target="../media/image25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2" Type="http://schemas.openxmlformats.org/officeDocument/2006/relationships/vide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1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7.wav"/><Relationship Id="rId1" Type="http://schemas.microsoft.com/office/2007/relationships/media" Target="../media/media7.wav"/><Relationship Id="rId5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8.wav"/><Relationship Id="rId1" Type="http://schemas.microsoft.com/office/2007/relationships/media" Target="../media/media8.wav"/><Relationship Id="rId5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microsoft.com/office/2007/relationships/media" Target="../media/media10.wav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25.png"/><Relationship Id="rId2" Type="http://schemas.openxmlformats.org/officeDocument/2006/relationships/video" Target="../media/media9.wav"/><Relationship Id="rId1" Type="http://schemas.microsoft.com/office/2007/relationships/media" Target="../media/media9.wav"/><Relationship Id="rId6" Type="http://schemas.openxmlformats.org/officeDocument/2006/relationships/video" Target="../media/media11.wav"/><Relationship Id="rId11" Type="http://schemas.openxmlformats.org/officeDocument/2006/relationships/image" Target="../media/image42.png"/><Relationship Id="rId5" Type="http://schemas.microsoft.com/office/2007/relationships/media" Target="../media/media11.wav"/><Relationship Id="rId10" Type="http://schemas.openxmlformats.org/officeDocument/2006/relationships/image" Target="../media/image41.png"/><Relationship Id="rId4" Type="http://schemas.openxmlformats.org/officeDocument/2006/relationships/video" Target="../media/media10.wav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2.wav"/><Relationship Id="rId1" Type="http://schemas.microsoft.com/office/2007/relationships/media" Target="../media/media12.wav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3.wav"/><Relationship Id="rId1" Type="http://schemas.microsoft.com/office/2007/relationships/media" Target="../media/media13.wav"/><Relationship Id="rId5" Type="http://schemas.openxmlformats.org/officeDocument/2006/relationships/image" Target="../media/image25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4.wav"/><Relationship Id="rId1" Type="http://schemas.microsoft.com/office/2007/relationships/media" Target="../media/media14.wav"/><Relationship Id="rId5" Type="http://schemas.openxmlformats.org/officeDocument/2006/relationships/image" Target="../media/image2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5.wav"/><Relationship Id="rId1" Type="http://schemas.microsoft.com/office/2007/relationships/media" Target="../media/media15.wav"/><Relationship Id="rId6" Type="http://schemas.openxmlformats.org/officeDocument/2006/relationships/image" Target="../media/image25.png"/><Relationship Id="rId5" Type="http://schemas.openxmlformats.org/officeDocument/2006/relationships/image" Target="../media/image45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35416" y="2531476"/>
            <a:ext cx="7256586" cy="432652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396957" y="-229739"/>
            <a:ext cx="3727435" cy="4417950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4091" y="869025"/>
            <a:ext cx="3716217" cy="5988976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49663" y="1483678"/>
            <a:ext cx="1863968" cy="164110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7916683" y="167025"/>
            <a:ext cx="1584000" cy="1404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9284676" y="316785"/>
            <a:ext cx="1594667" cy="140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9682219" y="1530227"/>
            <a:ext cx="1758227" cy="1548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4098" y="3532502"/>
            <a:ext cx="4267902" cy="332549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722021" y="1722023"/>
            <a:ext cx="6840000" cy="3395955"/>
          </a:xfrm>
          <a:prstGeom prst="rect">
            <a:avLst/>
          </a:prstGeom>
        </p:spPr>
      </p:pic>
      <p:grpSp>
        <p:nvGrpSpPr>
          <p:cNvPr id="40" name="组合 39"/>
          <p:cNvGrpSpPr>
            <a:grpSpLocks noChangeAspect="1"/>
          </p:cNvGrpSpPr>
          <p:nvPr/>
        </p:nvGrpSpPr>
        <p:grpSpPr>
          <a:xfrm rot="20258254">
            <a:off x="2590443" y="4531659"/>
            <a:ext cx="863181" cy="759973"/>
            <a:chOff x="3240985" y="258990"/>
            <a:chExt cx="1431115" cy="126000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3" name="矩形 42"/>
          <p:cNvSpPr/>
          <p:nvPr/>
        </p:nvSpPr>
        <p:spPr>
          <a:xfrm>
            <a:off x="1194793" y="2178679"/>
            <a:ext cx="628650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0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学会调节情绪</a:t>
            </a:r>
          </a:p>
        </p:txBody>
      </p:sp>
      <p:sp>
        <p:nvSpPr>
          <p:cNvPr id="44" name="矩形 43"/>
          <p:cNvSpPr/>
          <p:nvPr/>
        </p:nvSpPr>
        <p:spPr>
          <a:xfrm>
            <a:off x="1883313" y="1593904"/>
            <a:ext cx="49727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放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飞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好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心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</a:t>
            </a:r>
          </a:p>
        </p:txBody>
      </p:sp>
      <p:sp>
        <p:nvSpPr>
          <p:cNvPr id="45" name="矩形 44"/>
          <p:cNvSpPr/>
          <p:nvPr/>
        </p:nvSpPr>
        <p:spPr>
          <a:xfrm>
            <a:off x="1045125" y="3560395"/>
            <a:ext cx="6649151" cy="66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 Light" panose="00020600040101010101" pitchFamily="18" charset="-122"/>
              </a:rPr>
              <a:t>伤心时，该哭的就应该大哭一场；心烦时，可以找知心朋友倾诉；不满时，发发牢骚；情绪低落时可以听或唱些欢快的歌</a:t>
            </a:r>
          </a:p>
        </p:txBody>
      </p:sp>
      <p:sp>
        <p:nvSpPr>
          <p:cNvPr id="46" name="矩形 45"/>
          <p:cNvSpPr/>
          <p:nvPr/>
        </p:nvSpPr>
        <p:spPr>
          <a:xfrm>
            <a:off x="3395957" y="4711590"/>
            <a:ext cx="29160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主讲人：第一</a:t>
            </a:r>
            <a:r>
              <a:rPr lang="en-US" altLang="zh-CN" sz="2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PPT</a:t>
            </a:r>
            <a:endParaRPr lang="zh-CN" altLang="en-US" sz="2000" spc="400" dirty="0">
              <a:solidFill>
                <a:schemeClr val="tx1">
                  <a:lumMod val="65000"/>
                  <a:lumOff val="35000"/>
                </a:schemeClr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2562734" y="-68091"/>
            <a:ext cx="1463872" cy="814356"/>
          </a:xfrm>
          <a:prstGeom prst="rect">
            <a:avLst/>
          </a:prstGeom>
        </p:spPr>
      </p:pic>
      <p:pic>
        <p:nvPicPr>
          <p:cNvPr id="54" name="slide_1_chunk_1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4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audio>
          </p:childTnLst>
        </p:cTn>
      </p:par>
    </p:tnLst>
    <p:bldLst>
      <p:bldP spid="43" grpId="0"/>
      <p:bldP spid="44" grpId="0"/>
      <p:bldP spid="45" grpId="0"/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35416" y="2531476"/>
            <a:ext cx="7256586" cy="432652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396957" y="-229739"/>
            <a:ext cx="3727435" cy="4417950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4091" y="869025"/>
            <a:ext cx="3716217" cy="5988976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49663" y="1483678"/>
            <a:ext cx="1863968" cy="164110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7916683" y="167025"/>
            <a:ext cx="1584000" cy="1404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9284676" y="316785"/>
            <a:ext cx="1594667" cy="140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9682219" y="1530227"/>
            <a:ext cx="1758227" cy="1548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4098" y="3532502"/>
            <a:ext cx="4267902" cy="332549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722021" y="1722023"/>
            <a:ext cx="6840000" cy="3395955"/>
          </a:xfrm>
          <a:prstGeom prst="rect">
            <a:avLst/>
          </a:prstGeom>
        </p:spPr>
      </p:pic>
      <p:grpSp>
        <p:nvGrpSpPr>
          <p:cNvPr id="40" name="组合 39"/>
          <p:cNvGrpSpPr>
            <a:grpSpLocks noChangeAspect="1"/>
          </p:cNvGrpSpPr>
          <p:nvPr/>
        </p:nvGrpSpPr>
        <p:grpSpPr>
          <a:xfrm rot="20258254">
            <a:off x="2383613" y="2513893"/>
            <a:ext cx="863181" cy="759973"/>
            <a:chOff x="3240985" y="258990"/>
            <a:chExt cx="1431115" cy="126000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3" name="矩形 42"/>
          <p:cNvSpPr/>
          <p:nvPr/>
        </p:nvSpPr>
        <p:spPr>
          <a:xfrm>
            <a:off x="2485110" y="774158"/>
            <a:ext cx="223651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目录</a:t>
            </a:r>
            <a:endParaRPr lang="zh-CN" altLang="en-US" sz="80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189126" y="2570714"/>
            <a:ext cx="452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情绪是可以调节的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191574" y="-53038"/>
            <a:ext cx="1463872" cy="814356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 rot="20258254">
            <a:off x="2383613" y="3513847"/>
            <a:ext cx="863181" cy="759973"/>
            <a:chOff x="3240985" y="258990"/>
            <a:chExt cx="1431115" cy="126000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37" name="矩形 36"/>
          <p:cNvSpPr/>
          <p:nvPr/>
        </p:nvSpPr>
        <p:spPr>
          <a:xfrm>
            <a:off x="3189127" y="3570668"/>
            <a:ext cx="4205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情绪如何调节</a:t>
            </a: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 rot="20258254">
            <a:off x="2383613" y="4513801"/>
            <a:ext cx="863181" cy="759973"/>
            <a:chOff x="3240985" y="258990"/>
            <a:chExt cx="1431115" cy="1260000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7" name="矩形 46"/>
          <p:cNvSpPr/>
          <p:nvPr/>
        </p:nvSpPr>
        <p:spPr>
          <a:xfrm>
            <a:off x="3189127" y="4570622"/>
            <a:ext cx="4205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结论</a:t>
            </a:r>
          </a:p>
        </p:txBody>
      </p:sp>
      <p:pic>
        <p:nvPicPr>
          <p:cNvPr id="62" name="slide_2_chunk_1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</p:cTn>
                <p:tgtEl>
                  <p:spTgt spid="62"/>
                </p:tgtEl>
              </p:cMediaNode>
            </p:audio>
          </p:childTnLst>
        </p:cTn>
      </p:par>
    </p:tnLst>
    <p:bldLst>
      <p:bldP spid="43" grpId="0"/>
      <p:bldP spid="46" grpId="0"/>
      <p:bldP spid="37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75207" y="2582595"/>
            <a:ext cx="5508397" cy="214206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情绪与个人的态度是紧密相连的。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对同样一件事，人们会因所持的人生态度不同而有不同的感受。要想积极地对待生活，应该改变自己的观念，使自己能够以乐观的态度去看待问题、思考问题。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7293" y="2302638"/>
            <a:ext cx="4672859" cy="2252724"/>
          </a:xfrm>
          <a:prstGeom prst="rect">
            <a:avLst/>
          </a:prstGeom>
        </p:spPr>
      </p:pic>
      <p:pic>
        <p:nvPicPr>
          <p:cNvPr id="13" name="slide_3_chunk_1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48490" y="1213042"/>
            <a:ext cx="7695021" cy="1224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中科院心理所王极盛教授认为，徐力属于激情性杀人。这种杀人没有预谋，很大程度上是受情绪左右。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结合徐力案件和你自己的生活经历，你能否分析出青少年的情绪有何特点？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71039" y="2699788"/>
            <a:ext cx="1831942" cy="507331"/>
            <a:chOff x="1531698" y="2112898"/>
            <a:chExt cx="1354800" cy="507331"/>
          </a:xfrm>
        </p:grpSpPr>
        <p:sp>
          <p:nvSpPr>
            <p:cNvPr id="5" name="矩形: 圆角 4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不稳定性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169130" y="2699788"/>
            <a:ext cx="1831942" cy="507331"/>
            <a:chOff x="1531698" y="2112898"/>
            <a:chExt cx="1354800" cy="507331"/>
          </a:xfrm>
        </p:grpSpPr>
        <p:sp>
          <p:nvSpPr>
            <p:cNvPr id="8" name="矩形: 圆角 7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强烈性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967221" y="2699788"/>
            <a:ext cx="1831942" cy="507331"/>
            <a:chOff x="1531698" y="2112898"/>
            <a:chExt cx="1354800" cy="507331"/>
          </a:xfrm>
        </p:grpSpPr>
        <p:sp>
          <p:nvSpPr>
            <p:cNvPr id="11" name="矩形: 圆角 10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自控能力差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2248490" y="3580741"/>
            <a:ext cx="7695021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2004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年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11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日卫生部公布数字显示：我国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17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岁以下的儿童少年中，至少有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3000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万受到各种情绪障碍和行为问题的困扰！</a:t>
            </a:r>
          </a:p>
        </p:txBody>
      </p:sp>
      <p:sp>
        <p:nvSpPr>
          <p:cNvPr id="14" name="矩形 13"/>
          <p:cNvSpPr/>
          <p:nvPr/>
        </p:nvSpPr>
        <p:spPr>
          <a:xfrm>
            <a:off x="2248490" y="4562700"/>
            <a:ext cx="7695021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" panose="00020600040101010101" pitchFamily="18" charset="-122"/>
              </a:rPr>
              <a:t>所以，情绪是需要调控的，青少年尤其如此。</a:t>
            </a:r>
          </a:p>
        </p:txBody>
      </p:sp>
      <p:pic>
        <p:nvPicPr>
          <p:cNvPr id="28" name="slide_4_chunk_1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audio>
          </p:childTnLst>
        </p:cTn>
      </p:par>
    </p:tnLst>
    <p:bldLst>
      <p:bldP spid="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4123" y="4106877"/>
            <a:ext cx="4407878" cy="275112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830720" y="-85223"/>
            <a:ext cx="3727435" cy="4417950"/>
          </a:xfrm>
          <a:prstGeom prst="ellipse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25354" y="4702263"/>
            <a:ext cx="2766646" cy="215573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49498" y="2123752"/>
            <a:ext cx="2937646" cy="4734248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2213205" y="2753143"/>
            <a:ext cx="573426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情绪如何调节</a:t>
            </a:r>
            <a:endParaRPr lang="zh-CN" altLang="en-US" sz="72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604957" y="1876256"/>
            <a:ext cx="49727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第二部分</a:t>
            </a:r>
          </a:p>
        </p:txBody>
      </p:sp>
      <p:sp>
        <p:nvSpPr>
          <p:cNvPr id="45" name="矩形 44"/>
          <p:cNvSpPr/>
          <p:nvPr/>
        </p:nvSpPr>
        <p:spPr>
          <a:xfrm>
            <a:off x="1817387" y="4122472"/>
            <a:ext cx="6649151" cy="66717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 Light" panose="00020600040101010101" pitchFamily="18" charset="-122"/>
              </a:rPr>
              <a:t>伤心时，该哭的就应该大哭一场；心烦时，可以找知心朋友倾诉；不满时，发发牢骚；情绪低落时可以听或唱些欢快的歌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2562734" y="-68091"/>
            <a:ext cx="1463872" cy="814356"/>
          </a:xfrm>
          <a:prstGeom prst="rect">
            <a:avLst/>
          </a:prstGeom>
        </p:spPr>
      </p:pic>
      <p:grpSp>
        <p:nvGrpSpPr>
          <p:cNvPr id="14" name="组合 13"/>
          <p:cNvGrpSpPr>
            <a:grpSpLocks noChangeAspect="1"/>
          </p:cNvGrpSpPr>
          <p:nvPr/>
        </p:nvGrpSpPr>
        <p:grpSpPr>
          <a:xfrm rot="20621362">
            <a:off x="8803753" y="2678525"/>
            <a:ext cx="1604571" cy="1404000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904644" y="1904645"/>
            <a:ext cx="6840000" cy="3030711"/>
          </a:xfrm>
          <a:prstGeom prst="rect">
            <a:avLst/>
          </a:prstGeom>
        </p:spPr>
      </p:pic>
      <p:grpSp>
        <p:nvGrpSpPr>
          <p:cNvPr id="15" name="组合 14"/>
          <p:cNvGrpSpPr>
            <a:grpSpLocks noChangeAspect="1"/>
          </p:cNvGrpSpPr>
          <p:nvPr/>
        </p:nvGrpSpPr>
        <p:grpSpPr>
          <a:xfrm>
            <a:off x="9025063" y="1503827"/>
            <a:ext cx="1299695" cy="1152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10023825" y="2037527"/>
            <a:ext cx="1390222" cy="122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10377157" y="3117386"/>
            <a:ext cx="1390226" cy="1224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49" name="slide_5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6" fill="hold" display="0">
                  <p:stCondLst>
                    <p:cond delay="indefinite"/>
                  </p:stCondLst>
                </p:cTn>
                <p:tgtEl>
                  <p:spTgt spid="49"/>
                </p:tgtEl>
              </p:cMediaNode>
            </p:audio>
          </p:childTnLst>
        </p:cTn>
      </p:par>
    </p:tnLst>
    <p:bldLst>
      <p:bldP spid="43" grpId="0"/>
      <p:bldP spid="44" grpId="0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3241" y="2151852"/>
            <a:ext cx="6804000" cy="86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要做一个积极乐观上向的人，就要积极地调控我们的不良情绪，通过改变自己的态度来控制自己的情绪。</a:t>
            </a:r>
          </a:p>
        </p:txBody>
      </p:sp>
      <p:sp>
        <p:nvSpPr>
          <p:cNvPr id="5" name="矩形 4"/>
          <p:cNvSpPr/>
          <p:nvPr/>
        </p:nvSpPr>
        <p:spPr>
          <a:xfrm>
            <a:off x="3989795" y="3930300"/>
            <a:ext cx="6804000" cy="86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刚才我们已经知道了情绪原来可以调节的，但怎样克服不良情绪，保持良好的情绪状态呢？</a:t>
            </a:r>
          </a:p>
        </p:txBody>
      </p:sp>
      <p:grpSp>
        <p:nvGrpSpPr>
          <p:cNvPr id="6" name="组合 5"/>
          <p:cNvGrpSpPr>
            <a:grpSpLocks noChangeAspect="1"/>
          </p:cNvGrpSpPr>
          <p:nvPr/>
        </p:nvGrpSpPr>
        <p:grpSpPr>
          <a:xfrm rot="20621362">
            <a:off x="2168105" y="3777945"/>
            <a:ext cx="1604571" cy="1404000"/>
            <a:chOff x="7549663" y="1483678"/>
            <a:chExt cx="1863968" cy="164110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8975434" y="1873120"/>
            <a:ext cx="1584000" cy="1404000"/>
            <a:chOff x="7549663" y="1483679"/>
            <a:chExt cx="1676398" cy="147595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pic>
        <p:nvPicPr>
          <p:cNvPr id="18" name="slide_6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742736" y="2455936"/>
            <a:ext cx="1991360" cy="1828800"/>
            <a:chOff x="2143760" y="1361440"/>
            <a:chExt cx="1991360" cy="18288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43760" y="1361440"/>
              <a:ext cx="1991360" cy="182880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 rot="20629070">
              <a:off x="2508498" y="2122695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钉钉进步体" panose="00020600040101010101" pitchFamily="18" charset="-122"/>
                  <a:ea typeface="钉钉进步体" panose="00020600040101010101" pitchFamily="18" charset="-122"/>
                </a:rPr>
                <a:t>方法一</a:t>
              </a:r>
              <a:endParaRPr lang="zh-CN" altLang="en-US" sz="2800" dirty="0">
                <a:solidFill>
                  <a:schemeClr val="bg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593024" y="1281519"/>
            <a:ext cx="30059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转移注意力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45984" y="2785351"/>
            <a:ext cx="6303280" cy="149938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把注意力从导致你情绪不佳的事情上移开，如转移话题、做感兴趣的事等，使情绪有个缓解机会，让自己摆脱消极情绪的影响。</a:t>
            </a:r>
          </a:p>
        </p:txBody>
      </p:sp>
      <p:pic>
        <p:nvPicPr>
          <p:cNvPr id="14" name="slide_7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32"/>
          <p:cNvGrpSpPr/>
          <p:nvPr/>
        </p:nvGrpSpPr>
        <p:grpSpPr>
          <a:xfrm>
            <a:off x="5386981" y="5225389"/>
            <a:ext cx="432000" cy="432000"/>
            <a:chOff x="4951411" y="1418482"/>
            <a:chExt cx="442539" cy="443282"/>
          </a:xfrm>
        </p:grpSpPr>
        <p:grpSp>
          <p:nvGrpSpPr>
            <p:cNvPr id="132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34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5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33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4" name="Group 32"/>
          <p:cNvGrpSpPr/>
          <p:nvPr/>
        </p:nvGrpSpPr>
        <p:grpSpPr>
          <a:xfrm>
            <a:off x="5386981" y="4411514"/>
            <a:ext cx="432000" cy="432000"/>
            <a:chOff x="4951411" y="1418482"/>
            <a:chExt cx="442539" cy="443282"/>
          </a:xfrm>
        </p:grpSpPr>
        <p:grpSp>
          <p:nvGrpSpPr>
            <p:cNvPr id="125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27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8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26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742736" y="2868020"/>
            <a:ext cx="1991360" cy="1828800"/>
            <a:chOff x="2143760" y="1361440"/>
            <a:chExt cx="1991360" cy="18288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43760" y="1361440"/>
              <a:ext cx="1991360" cy="182880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 rot="20629070">
              <a:off x="2508498" y="2122695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钉钉进步体" panose="00020600040101010101" pitchFamily="18" charset="-122"/>
                  <a:ea typeface="钉钉进步体" panose="00020600040101010101" pitchFamily="18" charset="-122"/>
                </a:rPr>
                <a:t>方法二</a:t>
              </a:r>
              <a:endParaRPr lang="zh-CN" altLang="en-US" sz="2800" dirty="0">
                <a:solidFill>
                  <a:schemeClr val="bg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310896" y="1281519"/>
            <a:ext cx="3570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合理发泄情绪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grpSp>
        <p:nvGrpSpPr>
          <p:cNvPr id="90" name="Group 32"/>
          <p:cNvGrpSpPr/>
          <p:nvPr/>
        </p:nvGrpSpPr>
        <p:grpSpPr>
          <a:xfrm>
            <a:off x="5386981" y="2783762"/>
            <a:ext cx="432000" cy="432000"/>
            <a:chOff x="4951411" y="1418482"/>
            <a:chExt cx="442539" cy="443282"/>
          </a:xfrm>
        </p:grpSpPr>
        <p:grpSp>
          <p:nvGrpSpPr>
            <p:cNvPr id="91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93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4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92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6096000" y="2799707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在适当的场合哭一场</a:t>
            </a:r>
          </a:p>
        </p:txBody>
      </p:sp>
      <p:grpSp>
        <p:nvGrpSpPr>
          <p:cNvPr id="117" name="Group 32"/>
          <p:cNvGrpSpPr/>
          <p:nvPr/>
        </p:nvGrpSpPr>
        <p:grpSpPr>
          <a:xfrm>
            <a:off x="5386981" y="3597638"/>
            <a:ext cx="432000" cy="432000"/>
            <a:chOff x="4951411" y="1418482"/>
            <a:chExt cx="442539" cy="443282"/>
          </a:xfrm>
        </p:grpSpPr>
        <p:grpSp>
          <p:nvGrpSpPr>
            <p:cNvPr id="118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20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19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2" name="文本框 121"/>
          <p:cNvSpPr txBox="1"/>
          <p:nvPr/>
        </p:nvSpPr>
        <p:spPr>
          <a:xfrm>
            <a:off x="6096000" y="3613583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向他人倾诉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6096000" y="4427459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进行剧烈运动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6096000" y="5241334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放声歌唱</a:t>
            </a:r>
          </a:p>
        </p:txBody>
      </p:sp>
      <p:pic>
        <p:nvPicPr>
          <p:cNvPr id="137" name="slide_8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8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3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6" fill="hold" display="0">
                  <p:stCondLst>
                    <p:cond delay="indefinite"/>
                  </p:stCondLst>
                </p:cTn>
                <p:tgtEl>
                  <p:spTgt spid="137"/>
                </p:tgtEl>
              </p:cMediaNode>
            </p:audio>
          </p:childTnLst>
        </p:cTn>
      </p:par>
    </p:tnLst>
    <p:bldLst>
      <p:bldP spid="6" grpId="0"/>
      <p:bldP spid="98" grpId="0"/>
      <p:bldP spid="122" grpId="0"/>
      <p:bldP spid="129" grpId="0"/>
      <p:bldP spid="1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0896" y="1281519"/>
            <a:ext cx="3570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合理发泄情绪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0635" y="2249117"/>
            <a:ext cx="1589335" cy="1589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8293" y="2310746"/>
            <a:ext cx="1648741" cy="1648741"/>
          </a:xfrm>
          <a:prstGeom prst="rect">
            <a:avLst/>
          </a:prstGeom>
        </p:spPr>
      </p:pic>
      <p:cxnSp>
        <p:nvCxnSpPr>
          <p:cNvPr id="5" name="Straight Connector 21"/>
          <p:cNvCxnSpPr/>
          <p:nvPr/>
        </p:nvCxnSpPr>
        <p:spPr>
          <a:xfrm flipH="1">
            <a:off x="2095303" y="4807041"/>
            <a:ext cx="8001393" cy="0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2"/>
          <p:cNvSpPr/>
          <p:nvPr/>
        </p:nvSpPr>
        <p:spPr>
          <a:xfrm>
            <a:off x="1809985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7" name="Oval 22"/>
          <p:cNvSpPr/>
          <p:nvPr/>
        </p:nvSpPr>
        <p:spPr>
          <a:xfrm>
            <a:off x="4470151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8" name="Oval 34"/>
          <p:cNvSpPr/>
          <p:nvPr/>
        </p:nvSpPr>
        <p:spPr>
          <a:xfrm>
            <a:off x="7130317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9" name="Oval 43"/>
          <p:cNvSpPr/>
          <p:nvPr/>
        </p:nvSpPr>
        <p:spPr>
          <a:xfrm>
            <a:off x="9790484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29866" y="2427799"/>
            <a:ext cx="1643657" cy="14106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994785" y="2278004"/>
            <a:ext cx="2089339" cy="1681483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2107577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4747969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7399064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10039456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887003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哭</a:t>
            </a:r>
          </a:p>
        </p:txBody>
      </p:sp>
      <p:sp>
        <p:nvSpPr>
          <p:cNvPr id="17" name="矩形 16"/>
          <p:cNvSpPr/>
          <p:nvPr/>
        </p:nvSpPr>
        <p:spPr>
          <a:xfrm>
            <a:off x="4527395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唱</a:t>
            </a:r>
          </a:p>
        </p:txBody>
      </p:sp>
      <p:sp>
        <p:nvSpPr>
          <p:cNvPr id="18" name="矩形 17"/>
          <p:cNvSpPr/>
          <p:nvPr/>
        </p:nvSpPr>
        <p:spPr>
          <a:xfrm>
            <a:off x="7178490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诉</a:t>
            </a:r>
          </a:p>
        </p:txBody>
      </p:sp>
      <p:sp>
        <p:nvSpPr>
          <p:cNvPr id="19" name="矩形 18"/>
          <p:cNvSpPr/>
          <p:nvPr/>
        </p:nvSpPr>
        <p:spPr>
          <a:xfrm>
            <a:off x="9818881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动</a:t>
            </a:r>
          </a:p>
        </p:txBody>
      </p:sp>
      <p:pic>
        <p:nvPicPr>
          <p:cNvPr id="102" name="slide_9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103" name="slide_9_chunk_2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  <p:pic>
        <p:nvPicPr>
          <p:cNvPr id="104" name="slide_9_chunk_3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71728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1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7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5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02" fill="hold" display="0">
                  <p:stCondLst>
                    <p:cond delay="indefinite"/>
                  </p:stCondLst>
                </p:cTn>
                <p:tgtEl>
                  <p:spTgt spid="102"/>
                </p:tgtEl>
              </p:cMediaNode>
            </p:audio>
            <p:audio>
              <p:cMediaNode vol="80000">
                <p:cTn id="103" fill="hold" display="0">
                  <p:stCondLst>
                    <p:cond delay="indefinite"/>
                  </p:stCondLst>
                </p:cTn>
                <p:tgtEl>
                  <p:spTgt spid="103"/>
                </p:tgtEl>
              </p:cMediaNode>
            </p:audio>
            <p:audio>
              <p:cMediaNode vol="80000">
                <p:cTn id="104" fill="hold" display="0">
                  <p:stCondLst>
                    <p:cond delay="indefinite"/>
                  </p:stCondLst>
                </p:cTn>
                <p:tgtEl>
                  <p:spTgt spid="104"/>
                </p:tgtEl>
              </p:cMediaNode>
            </p:audio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9410" y="91387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欣赏</a:t>
            </a:r>
          </a:p>
        </p:txBody>
      </p:sp>
      <p:sp>
        <p:nvSpPr>
          <p:cNvPr id="3" name="TextBox 15"/>
          <p:cNvSpPr txBox="1"/>
          <p:nvPr/>
        </p:nvSpPr>
        <p:spPr>
          <a:xfrm>
            <a:off x="2581712" y="2227422"/>
            <a:ext cx="7028577" cy="2810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假如生活欺骗了你 ，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不要忧郁，也不要愤慨 。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不顺心的时候，暂且容忍 ，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相信吧，快乐的日子就会到来。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                       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——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普希金</a:t>
            </a:r>
          </a:p>
        </p:txBody>
      </p:sp>
      <p:pic>
        <p:nvPicPr>
          <p:cNvPr id="13" name="slide_10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9410" y="91387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结论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636383" y="2352907"/>
            <a:ext cx="4284915" cy="769441"/>
            <a:chOff x="3628691" y="2096429"/>
            <a:chExt cx="4284915" cy="769441"/>
          </a:xfrm>
        </p:grpSpPr>
        <p:sp>
          <p:nvSpPr>
            <p:cNvPr id="4" name="矩形 3"/>
            <p:cNvSpPr/>
            <p:nvPr/>
          </p:nvSpPr>
          <p:spPr>
            <a:xfrm>
              <a:off x="3628691" y="2096429"/>
              <a:ext cx="4284915" cy="769441"/>
            </a:xfrm>
            <a:prstGeom prst="rect">
              <a:avLst/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TextBox 15"/>
            <p:cNvSpPr txBox="1"/>
            <p:nvPr/>
          </p:nvSpPr>
          <p:spPr>
            <a:xfrm>
              <a:off x="3628691" y="2096429"/>
              <a:ext cx="4284915" cy="594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情绪是可以调节的</a:t>
              </a:r>
            </a:p>
          </p:txBody>
        </p:sp>
      </p:grpSp>
      <p:sp>
        <p:nvSpPr>
          <p:cNvPr id="6" name="TextBox 15"/>
          <p:cNvSpPr txBox="1"/>
          <p:nvPr/>
        </p:nvSpPr>
        <p:spPr>
          <a:xfrm>
            <a:off x="1549031" y="3429000"/>
            <a:ext cx="4459618" cy="174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情绪与个人的态度是紧密相连的。在生活中，我们可以通过改变自己的态度来控制自己的情绪。 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——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所以，情绪是可以调节的。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7947" y="2302727"/>
            <a:ext cx="3367670" cy="3267307"/>
          </a:xfrm>
          <a:prstGeom prst="rect">
            <a:avLst/>
          </a:prstGeom>
        </p:spPr>
      </p:pic>
      <p:pic>
        <p:nvPicPr>
          <p:cNvPr id="17" name="slide_11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75153" y="91387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情绪寄语</a:t>
            </a:r>
          </a:p>
        </p:txBody>
      </p:sp>
      <p:sp>
        <p:nvSpPr>
          <p:cNvPr id="3" name="TextBox 15"/>
          <p:cNvSpPr txBox="1"/>
          <p:nvPr/>
        </p:nvSpPr>
        <p:spPr>
          <a:xfrm>
            <a:off x="2995467" y="2230246"/>
            <a:ext cx="6223369" cy="1019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快乐是一天，不快乐也是一天，为什么不天天快乐呢？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26479" y="3429000"/>
            <a:ext cx="6350846" cy="2670717"/>
          </a:xfrm>
          <a:prstGeom prst="rect">
            <a:avLst/>
          </a:prstGeom>
        </p:spPr>
      </p:pic>
      <p:pic>
        <p:nvPicPr>
          <p:cNvPr id="17" name="slide_12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28767" y="1605250"/>
            <a:ext cx="4134466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愿大家天天快乐</a:t>
            </a:r>
            <a:b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</a:br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让欢乐陪伴终生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16798" y="3135047"/>
            <a:ext cx="5358403" cy="2902293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pic>
        <p:nvPicPr>
          <p:cNvPr id="14" name="slide_13_chunk_1.wa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mMxNzY4NzliODJmOGYzMWEyZDdkODA0MWI0NTdiODcifQ=="/>
  <p:tag name="ISLIDE.GUIDESSETTING" val="{&quot;Id&quot;:&quot;9799f932-4052-4ebd-91b2-93154354a805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27</TotalTime>
  <Words>529</Words>
  <Application>Microsoft Office PowerPoint</Application>
  <PresentationFormat>宽屏</PresentationFormat>
  <Paragraphs>55</Paragraphs>
  <Slides>13</Slides>
  <Notes>1</Notes>
  <HiddenSlides>0</HiddenSlides>
  <MMClips>15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 Light</vt:lpstr>
      <vt:lpstr>钉钉进步体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读书分享</dc:title>
  <dc:creator>第一PPT</dc:creator>
  <cp:keywords>www.1ppt.com</cp:keywords>
  <dc:description>www.1ppt.com</dc:description>
  <cp:lastModifiedBy>zhiX L</cp:lastModifiedBy>
  <cp:revision>79</cp:revision>
  <dcterms:created xsi:type="dcterms:W3CDTF">2022-04-15T02:17:00Z</dcterms:created>
  <dcterms:modified xsi:type="dcterms:W3CDTF">2025-04-13T08:35:32Z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1DAA03EA07B54CFE9B5CC39BFCA605D4_12</vt:lpwstr>
  </property>
  <property fmtid="{D5CDD505-2E9C-101B-9397-08002B2CF9AE}" pid="3" name="KSOProductBuildVer">
    <vt:lpwstr>2052-12.1.0.18608</vt:lpwstr>
  </property>
</Properties>
</file>